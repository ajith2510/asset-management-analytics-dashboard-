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ink/ink1.xml" ContentType="application/inkml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notesSlides/notesSlide1.xml" ContentType="application/vnd.openxmlformats-officedocument.presentationml.notesSlide+xml"/>
  <Override PartName="/ppt/diagrams/data13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ppt/diagrams/data14.xml" ContentType="application/vnd.openxmlformats-officedocument.drawingml.diagramData+xml"/>
  <Override PartName="/ppt/diagrams/layout14.xml" ContentType="application/vnd.openxmlformats-officedocument.drawingml.diagramLayout+xml"/>
  <Override PartName="/ppt/diagrams/quickStyle14.xml" ContentType="application/vnd.openxmlformats-officedocument.drawingml.diagramStyle+xml"/>
  <Override PartName="/ppt/diagrams/colors14.xml" ContentType="application/vnd.openxmlformats-officedocument.drawingml.diagramColors+xml"/>
  <Override PartName="/ppt/diagrams/drawing14.xml" ContentType="application/vnd.ms-office.drawingml.diagramDrawing+xml"/>
  <Override PartName="/ppt/diagrams/data15.xml" ContentType="application/vnd.openxmlformats-officedocument.drawingml.diagramData+xml"/>
  <Override PartName="/ppt/diagrams/layout15.xml" ContentType="application/vnd.openxmlformats-officedocument.drawingml.diagramLayout+xml"/>
  <Override PartName="/ppt/diagrams/quickStyle15.xml" ContentType="application/vnd.openxmlformats-officedocument.drawingml.diagramStyle+xml"/>
  <Override PartName="/ppt/diagrams/colors15.xml" ContentType="application/vnd.openxmlformats-officedocument.drawingml.diagramColors+xml"/>
  <Override PartName="/ppt/diagrams/drawing15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9"/>
  </p:notesMasterIdLst>
  <p:sldIdLst>
    <p:sldId id="256" r:id="rId2"/>
    <p:sldId id="332" r:id="rId3"/>
    <p:sldId id="333" r:id="rId4"/>
    <p:sldId id="334" r:id="rId5"/>
    <p:sldId id="312" r:id="rId6"/>
    <p:sldId id="330" r:id="rId7"/>
    <p:sldId id="313" r:id="rId8"/>
    <p:sldId id="319" r:id="rId9"/>
    <p:sldId id="329" r:id="rId10"/>
    <p:sldId id="322" r:id="rId11"/>
    <p:sldId id="325" r:id="rId12"/>
    <p:sldId id="324" r:id="rId13"/>
    <p:sldId id="326" r:id="rId14"/>
    <p:sldId id="327" r:id="rId15"/>
    <p:sldId id="335" r:id="rId16"/>
    <p:sldId id="328" r:id="rId17"/>
    <p:sldId id="309" r:id="rId18"/>
  </p:sldIdLst>
  <p:sldSz cx="14630400" cy="8229600"/>
  <p:notesSz cx="5143500" cy="9144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4608" userDrawn="1">
          <p15:clr>
            <a:srgbClr val="A4A3A4"/>
          </p15:clr>
        </p15:guide>
        <p15:guide id="2" pos="345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0" d="100"/>
          <a:sy n="70" d="100"/>
        </p:scale>
        <p:origin x="372" y="36"/>
      </p:cViewPr>
      <p:guideLst>
        <p:guide orient="horz" pos="4608"/>
        <p:guide pos="3456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B28C42E-3A7D-458D-A7A4-0592D44919EA}" type="doc">
      <dgm:prSet loTypeId="urn:microsoft.com/office/officeart/2005/8/layout/lProcess3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6259E8FD-7B2D-48AD-AC4B-65DC8C12AE5D}" type="pres">
      <dgm:prSet presAssocID="{1B28C42E-3A7D-458D-A7A4-0592D44919EA}" presName="Name0" presStyleCnt="0">
        <dgm:presLayoutVars>
          <dgm:chPref val="3"/>
          <dgm:dir/>
          <dgm:animLvl val="lvl"/>
          <dgm:resizeHandles/>
        </dgm:presLayoutVars>
      </dgm:prSet>
      <dgm:spPr/>
    </dgm:pt>
  </dgm:ptLst>
  <dgm:cxnLst>
    <dgm:cxn modelId="{1CFBFA19-4DC8-46CE-AE92-1744232D96E2}" type="presOf" srcId="{1B28C42E-3A7D-458D-A7A4-0592D44919EA}" destId="{6259E8FD-7B2D-48AD-AC4B-65DC8C12AE5D}" srcOrd="0" destOrd="0" presId="urn:microsoft.com/office/officeart/2005/8/layout/lProcess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74926388-AA5A-43DD-9904-283AAB7A1795}" type="doc">
      <dgm:prSet loTypeId="urn:microsoft.com/office/officeart/2005/8/layout/chevron1" loCatId="process" qsTypeId="urn:microsoft.com/office/officeart/2005/8/quickstyle/simple1" qsCatId="simple" csTypeId="urn:microsoft.com/office/officeart/2005/8/colors/accent1_2" csCatId="accent1" phldr="1"/>
      <dgm:spPr/>
    </dgm:pt>
    <dgm:pt modelId="{5E4EE46D-E710-48B4-A012-61A810D326C5}">
      <dgm:prSet phldrT="[Text]"/>
      <dgm:spPr>
        <a:ln>
          <a:solidFill>
            <a:srgbClr val="FF0000"/>
          </a:solidFill>
        </a:ln>
      </dgm:spPr>
      <dgm:t>
        <a:bodyPr/>
        <a:lstStyle/>
        <a:p>
          <a:r>
            <a:rPr lang="en-AU" b="1" dirty="0">
              <a:solidFill>
                <a:srgbClr val="FFC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Project Background &amp; Problem Statement</a:t>
          </a:r>
        </a:p>
      </dgm:t>
    </dgm:pt>
    <dgm:pt modelId="{D6E90C6E-184A-45DF-B0AF-C3560A97651B}" type="parTrans" cxnId="{AC0D79BD-51AA-497C-BAA2-9F454E28E3F1}">
      <dgm:prSet/>
      <dgm:spPr/>
      <dgm:t>
        <a:bodyPr/>
        <a:lstStyle/>
        <a:p>
          <a:endParaRPr lang="en-AU"/>
        </a:p>
      </dgm:t>
    </dgm:pt>
    <dgm:pt modelId="{637C1F3D-AD5B-474E-90B2-C138DBE65A7F}" type="sibTrans" cxnId="{AC0D79BD-51AA-497C-BAA2-9F454E28E3F1}">
      <dgm:prSet/>
      <dgm:spPr/>
      <dgm:t>
        <a:bodyPr/>
        <a:lstStyle/>
        <a:p>
          <a:endParaRPr lang="en-AU"/>
        </a:p>
      </dgm:t>
    </dgm:pt>
    <dgm:pt modelId="{2BB1ADB2-5444-478E-A523-EE104BB6D7A5}">
      <dgm:prSet phldrT="[Text]"/>
      <dgm:spPr/>
      <dgm:t>
        <a:bodyPr/>
        <a:lstStyle/>
        <a:p>
          <a:r>
            <a:rPr lang="en-AU" noProof="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Methodology &amp; Approach</a:t>
          </a:r>
          <a:endParaRPr lang="en-AU" dirty="0">
            <a:solidFill>
              <a:schemeClr val="bg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4826607E-FB1B-417D-BBFC-695A5831E6A6}" type="parTrans" cxnId="{B7D57F10-CB86-415F-A524-D62297A7E3E9}">
      <dgm:prSet/>
      <dgm:spPr/>
      <dgm:t>
        <a:bodyPr/>
        <a:lstStyle/>
        <a:p>
          <a:endParaRPr lang="en-AU"/>
        </a:p>
      </dgm:t>
    </dgm:pt>
    <dgm:pt modelId="{ED2E3B63-A5C1-4D90-9E1A-44C52AB6E09D}" type="sibTrans" cxnId="{B7D57F10-CB86-415F-A524-D62297A7E3E9}">
      <dgm:prSet/>
      <dgm:spPr/>
      <dgm:t>
        <a:bodyPr/>
        <a:lstStyle/>
        <a:p>
          <a:endParaRPr lang="en-AU"/>
        </a:p>
      </dgm:t>
    </dgm:pt>
    <dgm:pt modelId="{9F995C28-A183-4214-A84F-B1C9250840F4}">
      <dgm:prSet phldrT="[Text]"/>
      <dgm:spPr/>
      <dgm:t>
        <a:bodyPr/>
        <a:lstStyle/>
        <a:p>
          <a:r>
            <a:rPr lang="en-AU" noProof="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Justification of Techniques</a:t>
          </a:r>
          <a:endParaRPr lang="en-AU" dirty="0">
            <a:solidFill>
              <a:schemeClr val="bg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CDF14534-CA9F-4E29-A27E-316AA69D79A7}" type="parTrans" cxnId="{5FC3E5C4-F3E0-4CA0-A4E1-C95D9FE07F9B}">
      <dgm:prSet/>
      <dgm:spPr/>
      <dgm:t>
        <a:bodyPr/>
        <a:lstStyle/>
        <a:p>
          <a:endParaRPr lang="en-AU"/>
        </a:p>
      </dgm:t>
    </dgm:pt>
    <dgm:pt modelId="{CBC28811-E029-47F2-B13E-0D01A81D0CD5}" type="sibTrans" cxnId="{5FC3E5C4-F3E0-4CA0-A4E1-C95D9FE07F9B}">
      <dgm:prSet/>
      <dgm:spPr/>
      <dgm:t>
        <a:bodyPr/>
        <a:lstStyle/>
        <a:p>
          <a:endParaRPr lang="en-AU"/>
        </a:p>
      </dgm:t>
    </dgm:pt>
    <dgm:pt modelId="{645A83FE-D5F5-431D-A91C-20B6BEBFD24C}">
      <dgm:prSet/>
      <dgm:spPr/>
      <dgm:t>
        <a:bodyPr/>
        <a:lstStyle/>
        <a:p>
          <a:r>
            <a:rPr lang="en-AU" noProof="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Architecture Consistency &amp; Design</a:t>
          </a:r>
          <a:endParaRPr lang="en-AU" dirty="0">
            <a:solidFill>
              <a:schemeClr val="bg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AB383FA7-9D4C-4DE7-9E50-983F7C34938E}" type="parTrans" cxnId="{B5AC47F1-BA1F-4145-B7BB-8FDE7096B05B}">
      <dgm:prSet/>
      <dgm:spPr/>
      <dgm:t>
        <a:bodyPr/>
        <a:lstStyle/>
        <a:p>
          <a:endParaRPr lang="en-AU"/>
        </a:p>
      </dgm:t>
    </dgm:pt>
    <dgm:pt modelId="{1D85AB95-7B1B-4053-B747-720D8B88EFAD}" type="sibTrans" cxnId="{B5AC47F1-BA1F-4145-B7BB-8FDE7096B05B}">
      <dgm:prSet/>
      <dgm:spPr/>
      <dgm:t>
        <a:bodyPr/>
        <a:lstStyle/>
        <a:p>
          <a:endParaRPr lang="en-AU"/>
        </a:p>
      </dgm:t>
    </dgm:pt>
    <dgm:pt modelId="{7AED458D-7FBE-40FE-8C2C-152BFD461E76}">
      <dgm:prSet/>
      <dgm:spPr/>
      <dgm:t>
        <a:bodyPr/>
        <a:lstStyle/>
        <a:p>
          <a:r>
            <a:rPr lang="en-AU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Visual Walkthrough (Sample Dashboard)</a:t>
          </a:r>
        </a:p>
      </dgm:t>
    </dgm:pt>
    <dgm:pt modelId="{9A8ABC44-CDCA-4C9F-BBCB-7B522B7C7C61}" type="parTrans" cxnId="{99037112-182C-4BE3-AE76-D087FF09DEDC}">
      <dgm:prSet/>
      <dgm:spPr/>
      <dgm:t>
        <a:bodyPr/>
        <a:lstStyle/>
        <a:p>
          <a:endParaRPr lang="en-AU"/>
        </a:p>
      </dgm:t>
    </dgm:pt>
    <dgm:pt modelId="{18703457-32C9-4CF0-B6DC-64E421DCD496}" type="sibTrans" cxnId="{99037112-182C-4BE3-AE76-D087FF09DEDC}">
      <dgm:prSet/>
      <dgm:spPr/>
      <dgm:t>
        <a:bodyPr/>
        <a:lstStyle/>
        <a:p>
          <a:endParaRPr lang="en-AU"/>
        </a:p>
      </dgm:t>
    </dgm:pt>
    <dgm:pt modelId="{E3A44B3F-2511-4944-90F1-BD25C1F1B5F7}">
      <dgm:prSet/>
      <dgm:spPr/>
      <dgm:t>
        <a:bodyPr/>
        <a:lstStyle/>
        <a:p>
          <a:r>
            <a:rPr lang="en-AU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Value Delivered to Secora</a:t>
          </a:r>
        </a:p>
      </dgm:t>
    </dgm:pt>
    <dgm:pt modelId="{6114E150-CB88-42BA-A7BC-688E29B96DCC}" type="parTrans" cxnId="{1C745C7B-7016-47AF-BC34-AE7297F30ADE}">
      <dgm:prSet/>
      <dgm:spPr/>
      <dgm:t>
        <a:bodyPr/>
        <a:lstStyle/>
        <a:p>
          <a:endParaRPr lang="en-AU"/>
        </a:p>
      </dgm:t>
    </dgm:pt>
    <dgm:pt modelId="{17554E49-4B88-4F62-9A64-2BE51DB30324}" type="sibTrans" cxnId="{1C745C7B-7016-47AF-BC34-AE7297F30ADE}">
      <dgm:prSet/>
      <dgm:spPr/>
      <dgm:t>
        <a:bodyPr/>
        <a:lstStyle/>
        <a:p>
          <a:endParaRPr lang="en-AU"/>
        </a:p>
      </dgm:t>
    </dgm:pt>
    <dgm:pt modelId="{56051EE8-BF4F-42D7-9282-2210D0B95DB2}">
      <dgm:prSet/>
      <dgm:spPr/>
      <dgm:t>
        <a:bodyPr/>
        <a:lstStyle/>
        <a:p>
          <a:r>
            <a:rPr lang="en-AU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Validation &amp; Demo Feedback</a:t>
          </a:r>
        </a:p>
      </dgm:t>
    </dgm:pt>
    <dgm:pt modelId="{9E50DCD7-C46B-471F-8F10-411A1DE2B93A}" type="parTrans" cxnId="{69A11C48-42F7-4F01-B2E4-4139164D1030}">
      <dgm:prSet/>
      <dgm:spPr/>
      <dgm:t>
        <a:bodyPr/>
        <a:lstStyle/>
        <a:p>
          <a:endParaRPr lang="en-AU"/>
        </a:p>
      </dgm:t>
    </dgm:pt>
    <dgm:pt modelId="{8752361C-9E26-4912-AA86-57F06B4D07C0}" type="sibTrans" cxnId="{69A11C48-42F7-4F01-B2E4-4139164D1030}">
      <dgm:prSet/>
      <dgm:spPr/>
      <dgm:t>
        <a:bodyPr/>
        <a:lstStyle/>
        <a:p>
          <a:endParaRPr lang="en-AU"/>
        </a:p>
      </dgm:t>
    </dgm:pt>
    <dgm:pt modelId="{345B82C6-C3A8-4455-AED9-406B0A726BDB}">
      <dgm:prSet/>
      <dgm:spPr/>
      <dgm:t>
        <a:bodyPr/>
        <a:lstStyle/>
        <a:p>
          <a:r>
            <a:rPr lang="en-AU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Reflection &amp; Learning</a:t>
          </a:r>
        </a:p>
      </dgm:t>
    </dgm:pt>
    <dgm:pt modelId="{FB436EFA-28C6-4484-84C5-98F7C4DD8311}" type="parTrans" cxnId="{ED112A92-B3FC-42BA-BB91-66BF69BB648A}">
      <dgm:prSet/>
      <dgm:spPr/>
      <dgm:t>
        <a:bodyPr/>
        <a:lstStyle/>
        <a:p>
          <a:endParaRPr lang="en-AU"/>
        </a:p>
      </dgm:t>
    </dgm:pt>
    <dgm:pt modelId="{CF412F56-9576-4BD5-88F3-A100EE1B4921}" type="sibTrans" cxnId="{ED112A92-B3FC-42BA-BB91-66BF69BB648A}">
      <dgm:prSet/>
      <dgm:spPr/>
      <dgm:t>
        <a:bodyPr/>
        <a:lstStyle/>
        <a:p>
          <a:endParaRPr lang="en-AU"/>
        </a:p>
      </dgm:t>
    </dgm:pt>
    <dgm:pt modelId="{95170F9C-3E75-4B65-823C-5B6A892D33AB}">
      <dgm:prSet/>
      <dgm:spPr/>
      <dgm:t>
        <a:bodyPr/>
        <a:lstStyle/>
        <a:p>
          <a:r>
            <a:rPr lang="en-AU" dirty="0">
              <a:latin typeface="Times New Roman" panose="02020603050405020304" pitchFamily="18" charset="0"/>
              <a:cs typeface="Times New Roman" panose="02020603050405020304" pitchFamily="18" charset="0"/>
            </a:rPr>
            <a:t>Challenges &amp; Resolutions</a:t>
          </a:r>
        </a:p>
      </dgm:t>
    </dgm:pt>
    <dgm:pt modelId="{E53D2F6C-3010-410D-8901-91098267A5D5}" type="parTrans" cxnId="{74062553-2601-4F5B-B483-679CD91CA113}">
      <dgm:prSet/>
      <dgm:spPr/>
      <dgm:t>
        <a:bodyPr/>
        <a:lstStyle/>
        <a:p>
          <a:endParaRPr lang="en-AU"/>
        </a:p>
      </dgm:t>
    </dgm:pt>
    <dgm:pt modelId="{8BA00A73-7C5D-45BB-91C1-861DBB16D228}" type="sibTrans" cxnId="{74062553-2601-4F5B-B483-679CD91CA113}">
      <dgm:prSet/>
      <dgm:spPr/>
      <dgm:t>
        <a:bodyPr/>
        <a:lstStyle/>
        <a:p>
          <a:endParaRPr lang="en-AU"/>
        </a:p>
      </dgm:t>
    </dgm:pt>
    <dgm:pt modelId="{EA778BBF-754E-4324-BFE2-D54C8434AA36}" type="pres">
      <dgm:prSet presAssocID="{74926388-AA5A-43DD-9904-283AAB7A1795}" presName="Name0" presStyleCnt="0">
        <dgm:presLayoutVars>
          <dgm:dir/>
          <dgm:animLvl val="lvl"/>
          <dgm:resizeHandles val="exact"/>
        </dgm:presLayoutVars>
      </dgm:prSet>
      <dgm:spPr/>
    </dgm:pt>
    <dgm:pt modelId="{3319C834-8582-432B-B32B-AE320A7286E9}" type="pres">
      <dgm:prSet presAssocID="{5E4EE46D-E710-48B4-A012-61A810D326C5}" presName="parTxOnly" presStyleLbl="node1" presStyleIdx="0" presStyleCnt="9">
        <dgm:presLayoutVars>
          <dgm:chMax val="0"/>
          <dgm:chPref val="0"/>
          <dgm:bulletEnabled val="1"/>
        </dgm:presLayoutVars>
      </dgm:prSet>
      <dgm:spPr/>
    </dgm:pt>
    <dgm:pt modelId="{B2C4C985-AEA8-4EB7-8609-E2EFABDFE5A6}" type="pres">
      <dgm:prSet presAssocID="{637C1F3D-AD5B-474E-90B2-C138DBE65A7F}" presName="parTxOnlySpace" presStyleCnt="0"/>
      <dgm:spPr/>
    </dgm:pt>
    <dgm:pt modelId="{873A084E-2B6A-429D-94BE-B8A2F93E59BD}" type="pres">
      <dgm:prSet presAssocID="{2BB1ADB2-5444-478E-A523-EE104BB6D7A5}" presName="parTxOnly" presStyleLbl="node1" presStyleIdx="1" presStyleCnt="9">
        <dgm:presLayoutVars>
          <dgm:chMax val="0"/>
          <dgm:chPref val="0"/>
          <dgm:bulletEnabled val="1"/>
        </dgm:presLayoutVars>
      </dgm:prSet>
      <dgm:spPr/>
    </dgm:pt>
    <dgm:pt modelId="{7B7EA429-F6A6-46F2-BA26-C8720C994114}" type="pres">
      <dgm:prSet presAssocID="{ED2E3B63-A5C1-4D90-9E1A-44C52AB6E09D}" presName="parTxOnlySpace" presStyleCnt="0"/>
      <dgm:spPr/>
    </dgm:pt>
    <dgm:pt modelId="{D60B580D-8CF1-49D4-B936-37A5041F6C2F}" type="pres">
      <dgm:prSet presAssocID="{9F995C28-A183-4214-A84F-B1C9250840F4}" presName="parTxOnly" presStyleLbl="node1" presStyleIdx="2" presStyleCnt="9">
        <dgm:presLayoutVars>
          <dgm:chMax val="0"/>
          <dgm:chPref val="0"/>
          <dgm:bulletEnabled val="1"/>
        </dgm:presLayoutVars>
      </dgm:prSet>
      <dgm:spPr/>
    </dgm:pt>
    <dgm:pt modelId="{56DE67C1-12AC-4537-B091-DD3CA434F618}" type="pres">
      <dgm:prSet presAssocID="{CBC28811-E029-47F2-B13E-0D01A81D0CD5}" presName="parTxOnlySpace" presStyleCnt="0"/>
      <dgm:spPr/>
    </dgm:pt>
    <dgm:pt modelId="{5B7CCF94-BFA4-4CDA-9E06-30CE5A77BB15}" type="pres">
      <dgm:prSet presAssocID="{645A83FE-D5F5-431D-A91C-20B6BEBFD24C}" presName="parTxOnly" presStyleLbl="node1" presStyleIdx="3" presStyleCnt="9">
        <dgm:presLayoutVars>
          <dgm:chMax val="0"/>
          <dgm:chPref val="0"/>
          <dgm:bulletEnabled val="1"/>
        </dgm:presLayoutVars>
      </dgm:prSet>
      <dgm:spPr/>
    </dgm:pt>
    <dgm:pt modelId="{7EA8DAA0-B55D-43E6-9C4C-83828E6BFB9E}" type="pres">
      <dgm:prSet presAssocID="{1D85AB95-7B1B-4053-B747-720D8B88EFAD}" presName="parTxOnlySpace" presStyleCnt="0"/>
      <dgm:spPr/>
    </dgm:pt>
    <dgm:pt modelId="{7DF2B565-0A8E-441A-BF4A-09FFA3B777CF}" type="pres">
      <dgm:prSet presAssocID="{7AED458D-7FBE-40FE-8C2C-152BFD461E76}" presName="parTxOnly" presStyleLbl="node1" presStyleIdx="4" presStyleCnt="9">
        <dgm:presLayoutVars>
          <dgm:chMax val="0"/>
          <dgm:chPref val="0"/>
          <dgm:bulletEnabled val="1"/>
        </dgm:presLayoutVars>
      </dgm:prSet>
      <dgm:spPr/>
    </dgm:pt>
    <dgm:pt modelId="{AA99DE5C-DA84-4517-856A-A8B4671DBC49}" type="pres">
      <dgm:prSet presAssocID="{18703457-32C9-4CF0-B6DC-64E421DCD496}" presName="parTxOnlySpace" presStyleCnt="0"/>
      <dgm:spPr/>
    </dgm:pt>
    <dgm:pt modelId="{B8574698-9433-420B-B19B-F4E8633AA23B}" type="pres">
      <dgm:prSet presAssocID="{56051EE8-BF4F-42D7-9282-2210D0B95DB2}" presName="parTxOnly" presStyleLbl="node1" presStyleIdx="5" presStyleCnt="9">
        <dgm:presLayoutVars>
          <dgm:chMax val="0"/>
          <dgm:chPref val="0"/>
          <dgm:bulletEnabled val="1"/>
        </dgm:presLayoutVars>
      </dgm:prSet>
      <dgm:spPr/>
    </dgm:pt>
    <dgm:pt modelId="{3CE66576-19CB-46E4-A098-35B9A47A0E08}" type="pres">
      <dgm:prSet presAssocID="{8752361C-9E26-4912-AA86-57F06B4D07C0}" presName="parTxOnlySpace" presStyleCnt="0"/>
      <dgm:spPr/>
    </dgm:pt>
    <dgm:pt modelId="{3DA55AF3-A82A-467D-96D8-9100C08F33A4}" type="pres">
      <dgm:prSet presAssocID="{E3A44B3F-2511-4944-90F1-BD25C1F1B5F7}" presName="parTxOnly" presStyleLbl="node1" presStyleIdx="6" presStyleCnt="9">
        <dgm:presLayoutVars>
          <dgm:chMax val="0"/>
          <dgm:chPref val="0"/>
          <dgm:bulletEnabled val="1"/>
        </dgm:presLayoutVars>
      </dgm:prSet>
      <dgm:spPr/>
    </dgm:pt>
    <dgm:pt modelId="{44DDEBAB-4643-4DE8-9CB8-C0167936A168}" type="pres">
      <dgm:prSet presAssocID="{17554E49-4B88-4F62-9A64-2BE51DB30324}" presName="parTxOnlySpace" presStyleCnt="0"/>
      <dgm:spPr/>
    </dgm:pt>
    <dgm:pt modelId="{2D0AA99B-84E4-4CB0-9D91-6C1A8BA07DCD}" type="pres">
      <dgm:prSet presAssocID="{95170F9C-3E75-4B65-823C-5B6A892D33AB}" presName="parTxOnly" presStyleLbl="node1" presStyleIdx="7" presStyleCnt="9">
        <dgm:presLayoutVars>
          <dgm:chMax val="0"/>
          <dgm:chPref val="0"/>
          <dgm:bulletEnabled val="1"/>
        </dgm:presLayoutVars>
      </dgm:prSet>
      <dgm:spPr/>
    </dgm:pt>
    <dgm:pt modelId="{502504FB-361E-4004-BB6B-D6A9A86DB68B}" type="pres">
      <dgm:prSet presAssocID="{8BA00A73-7C5D-45BB-91C1-861DBB16D228}" presName="parTxOnlySpace" presStyleCnt="0"/>
      <dgm:spPr/>
    </dgm:pt>
    <dgm:pt modelId="{1C03E8E1-5A22-4F31-9843-0BF10B12B0A0}" type="pres">
      <dgm:prSet presAssocID="{345B82C6-C3A8-4455-AED9-406B0A726BDB}" presName="parTxOnly" presStyleLbl="node1" presStyleIdx="8" presStyleCnt="9">
        <dgm:presLayoutVars>
          <dgm:chMax val="0"/>
          <dgm:chPref val="0"/>
          <dgm:bulletEnabled val="1"/>
        </dgm:presLayoutVars>
      </dgm:prSet>
      <dgm:spPr/>
    </dgm:pt>
  </dgm:ptLst>
  <dgm:cxnLst>
    <dgm:cxn modelId="{0E8B2307-A951-4791-BC42-DD5F67DE4AE3}" type="presOf" srcId="{7AED458D-7FBE-40FE-8C2C-152BFD461E76}" destId="{7DF2B565-0A8E-441A-BF4A-09FFA3B777CF}" srcOrd="0" destOrd="0" presId="urn:microsoft.com/office/officeart/2005/8/layout/chevron1"/>
    <dgm:cxn modelId="{B7D57F10-CB86-415F-A524-D62297A7E3E9}" srcId="{74926388-AA5A-43DD-9904-283AAB7A1795}" destId="{2BB1ADB2-5444-478E-A523-EE104BB6D7A5}" srcOrd="1" destOrd="0" parTransId="{4826607E-FB1B-417D-BBFC-695A5831E6A6}" sibTransId="{ED2E3B63-A5C1-4D90-9E1A-44C52AB6E09D}"/>
    <dgm:cxn modelId="{99037112-182C-4BE3-AE76-D087FF09DEDC}" srcId="{74926388-AA5A-43DD-9904-283AAB7A1795}" destId="{7AED458D-7FBE-40FE-8C2C-152BFD461E76}" srcOrd="4" destOrd="0" parTransId="{9A8ABC44-CDCA-4C9F-BBCB-7B522B7C7C61}" sibTransId="{18703457-32C9-4CF0-B6DC-64E421DCD496}"/>
    <dgm:cxn modelId="{22173F15-07A2-4557-A49F-823BD5C771E4}" type="presOf" srcId="{9F995C28-A183-4214-A84F-B1C9250840F4}" destId="{D60B580D-8CF1-49D4-B936-37A5041F6C2F}" srcOrd="0" destOrd="0" presId="urn:microsoft.com/office/officeart/2005/8/layout/chevron1"/>
    <dgm:cxn modelId="{A8FA121A-E21C-44C8-BA59-172AFE821D72}" type="presOf" srcId="{E3A44B3F-2511-4944-90F1-BD25C1F1B5F7}" destId="{3DA55AF3-A82A-467D-96D8-9100C08F33A4}" srcOrd="0" destOrd="0" presId="urn:microsoft.com/office/officeart/2005/8/layout/chevron1"/>
    <dgm:cxn modelId="{1459321D-79FE-4799-A926-A9EBB87814B1}" type="presOf" srcId="{2BB1ADB2-5444-478E-A523-EE104BB6D7A5}" destId="{873A084E-2B6A-429D-94BE-B8A2F93E59BD}" srcOrd="0" destOrd="0" presId="urn:microsoft.com/office/officeart/2005/8/layout/chevron1"/>
    <dgm:cxn modelId="{C29D5C2E-F5E3-468E-B578-7734773B3A65}" type="presOf" srcId="{5E4EE46D-E710-48B4-A012-61A810D326C5}" destId="{3319C834-8582-432B-B32B-AE320A7286E9}" srcOrd="0" destOrd="0" presId="urn:microsoft.com/office/officeart/2005/8/layout/chevron1"/>
    <dgm:cxn modelId="{69A11C48-42F7-4F01-B2E4-4139164D1030}" srcId="{74926388-AA5A-43DD-9904-283AAB7A1795}" destId="{56051EE8-BF4F-42D7-9282-2210D0B95DB2}" srcOrd="5" destOrd="0" parTransId="{9E50DCD7-C46B-471F-8F10-411A1DE2B93A}" sibTransId="{8752361C-9E26-4912-AA86-57F06B4D07C0}"/>
    <dgm:cxn modelId="{74062553-2601-4F5B-B483-679CD91CA113}" srcId="{74926388-AA5A-43DD-9904-283AAB7A1795}" destId="{95170F9C-3E75-4B65-823C-5B6A892D33AB}" srcOrd="7" destOrd="0" parTransId="{E53D2F6C-3010-410D-8901-91098267A5D5}" sibTransId="{8BA00A73-7C5D-45BB-91C1-861DBB16D228}"/>
    <dgm:cxn modelId="{034C0278-C62B-4B5A-9A9A-65C3159B0770}" type="presOf" srcId="{95170F9C-3E75-4B65-823C-5B6A892D33AB}" destId="{2D0AA99B-84E4-4CB0-9D91-6C1A8BA07DCD}" srcOrd="0" destOrd="0" presId="urn:microsoft.com/office/officeart/2005/8/layout/chevron1"/>
    <dgm:cxn modelId="{7ADCAB59-4B58-44C2-959D-96A09B364AA2}" type="presOf" srcId="{74926388-AA5A-43DD-9904-283AAB7A1795}" destId="{EA778BBF-754E-4324-BFE2-D54C8434AA36}" srcOrd="0" destOrd="0" presId="urn:microsoft.com/office/officeart/2005/8/layout/chevron1"/>
    <dgm:cxn modelId="{1C745C7B-7016-47AF-BC34-AE7297F30ADE}" srcId="{74926388-AA5A-43DD-9904-283AAB7A1795}" destId="{E3A44B3F-2511-4944-90F1-BD25C1F1B5F7}" srcOrd="6" destOrd="0" parTransId="{6114E150-CB88-42BA-A7BC-688E29B96DCC}" sibTransId="{17554E49-4B88-4F62-9A64-2BE51DB30324}"/>
    <dgm:cxn modelId="{FC46F48B-F46A-49C5-916B-A52FA09CF753}" type="presOf" srcId="{345B82C6-C3A8-4455-AED9-406B0A726BDB}" destId="{1C03E8E1-5A22-4F31-9843-0BF10B12B0A0}" srcOrd="0" destOrd="0" presId="urn:microsoft.com/office/officeart/2005/8/layout/chevron1"/>
    <dgm:cxn modelId="{ED112A92-B3FC-42BA-BB91-66BF69BB648A}" srcId="{74926388-AA5A-43DD-9904-283AAB7A1795}" destId="{345B82C6-C3A8-4455-AED9-406B0A726BDB}" srcOrd="8" destOrd="0" parTransId="{FB436EFA-28C6-4484-84C5-98F7C4DD8311}" sibTransId="{CF412F56-9576-4BD5-88F3-A100EE1B4921}"/>
    <dgm:cxn modelId="{AC0D79BD-51AA-497C-BAA2-9F454E28E3F1}" srcId="{74926388-AA5A-43DD-9904-283AAB7A1795}" destId="{5E4EE46D-E710-48B4-A012-61A810D326C5}" srcOrd="0" destOrd="0" parTransId="{D6E90C6E-184A-45DF-B0AF-C3560A97651B}" sibTransId="{637C1F3D-AD5B-474E-90B2-C138DBE65A7F}"/>
    <dgm:cxn modelId="{5FC3E5C4-F3E0-4CA0-A4E1-C95D9FE07F9B}" srcId="{74926388-AA5A-43DD-9904-283AAB7A1795}" destId="{9F995C28-A183-4214-A84F-B1C9250840F4}" srcOrd="2" destOrd="0" parTransId="{CDF14534-CA9F-4E29-A27E-316AA69D79A7}" sibTransId="{CBC28811-E029-47F2-B13E-0D01A81D0CD5}"/>
    <dgm:cxn modelId="{8615FBC5-8A64-4201-BB13-BBC3D43D409A}" type="presOf" srcId="{56051EE8-BF4F-42D7-9282-2210D0B95DB2}" destId="{B8574698-9433-420B-B19B-F4E8633AA23B}" srcOrd="0" destOrd="0" presId="urn:microsoft.com/office/officeart/2005/8/layout/chevron1"/>
    <dgm:cxn modelId="{ADF7DAF0-B585-4A35-AA34-76473BA5AFDA}" type="presOf" srcId="{645A83FE-D5F5-431D-A91C-20B6BEBFD24C}" destId="{5B7CCF94-BFA4-4CDA-9E06-30CE5A77BB15}" srcOrd="0" destOrd="0" presId="urn:microsoft.com/office/officeart/2005/8/layout/chevron1"/>
    <dgm:cxn modelId="{B5AC47F1-BA1F-4145-B7BB-8FDE7096B05B}" srcId="{74926388-AA5A-43DD-9904-283AAB7A1795}" destId="{645A83FE-D5F5-431D-A91C-20B6BEBFD24C}" srcOrd="3" destOrd="0" parTransId="{AB383FA7-9D4C-4DE7-9E50-983F7C34938E}" sibTransId="{1D85AB95-7B1B-4053-B747-720D8B88EFAD}"/>
    <dgm:cxn modelId="{08483F7A-529E-4D15-9198-850A3ADCA67D}" type="presParOf" srcId="{EA778BBF-754E-4324-BFE2-D54C8434AA36}" destId="{3319C834-8582-432B-B32B-AE320A7286E9}" srcOrd="0" destOrd="0" presId="urn:microsoft.com/office/officeart/2005/8/layout/chevron1"/>
    <dgm:cxn modelId="{75AA6F73-C36B-4536-857B-1DC118BB2E74}" type="presParOf" srcId="{EA778BBF-754E-4324-BFE2-D54C8434AA36}" destId="{B2C4C985-AEA8-4EB7-8609-E2EFABDFE5A6}" srcOrd="1" destOrd="0" presId="urn:microsoft.com/office/officeart/2005/8/layout/chevron1"/>
    <dgm:cxn modelId="{DAC0E737-E7E0-423D-9804-4C071284948F}" type="presParOf" srcId="{EA778BBF-754E-4324-BFE2-D54C8434AA36}" destId="{873A084E-2B6A-429D-94BE-B8A2F93E59BD}" srcOrd="2" destOrd="0" presId="urn:microsoft.com/office/officeart/2005/8/layout/chevron1"/>
    <dgm:cxn modelId="{85D464AE-1CC5-4C41-A43D-66E87DE71B6C}" type="presParOf" srcId="{EA778BBF-754E-4324-BFE2-D54C8434AA36}" destId="{7B7EA429-F6A6-46F2-BA26-C8720C994114}" srcOrd="3" destOrd="0" presId="urn:microsoft.com/office/officeart/2005/8/layout/chevron1"/>
    <dgm:cxn modelId="{9BA2DE41-9386-4552-9FA1-95FF97BF2B82}" type="presParOf" srcId="{EA778BBF-754E-4324-BFE2-D54C8434AA36}" destId="{D60B580D-8CF1-49D4-B936-37A5041F6C2F}" srcOrd="4" destOrd="0" presId="urn:microsoft.com/office/officeart/2005/8/layout/chevron1"/>
    <dgm:cxn modelId="{C1EF5EFA-0A02-481F-A46D-CAE378C75A17}" type="presParOf" srcId="{EA778BBF-754E-4324-BFE2-D54C8434AA36}" destId="{56DE67C1-12AC-4537-B091-DD3CA434F618}" srcOrd="5" destOrd="0" presId="urn:microsoft.com/office/officeart/2005/8/layout/chevron1"/>
    <dgm:cxn modelId="{58E2A22A-FACE-45C1-AF4E-B6F10FD95D50}" type="presParOf" srcId="{EA778BBF-754E-4324-BFE2-D54C8434AA36}" destId="{5B7CCF94-BFA4-4CDA-9E06-30CE5A77BB15}" srcOrd="6" destOrd="0" presId="urn:microsoft.com/office/officeart/2005/8/layout/chevron1"/>
    <dgm:cxn modelId="{4D42740E-AA2A-45FB-B6A2-65C4EE3E6E33}" type="presParOf" srcId="{EA778BBF-754E-4324-BFE2-D54C8434AA36}" destId="{7EA8DAA0-B55D-43E6-9C4C-83828E6BFB9E}" srcOrd="7" destOrd="0" presId="urn:microsoft.com/office/officeart/2005/8/layout/chevron1"/>
    <dgm:cxn modelId="{6C3A22B6-059F-4167-8FB1-BDF3AEB67311}" type="presParOf" srcId="{EA778BBF-754E-4324-BFE2-D54C8434AA36}" destId="{7DF2B565-0A8E-441A-BF4A-09FFA3B777CF}" srcOrd="8" destOrd="0" presId="urn:microsoft.com/office/officeart/2005/8/layout/chevron1"/>
    <dgm:cxn modelId="{89719AC2-0755-42C2-AED1-2AB28782E082}" type="presParOf" srcId="{EA778BBF-754E-4324-BFE2-D54C8434AA36}" destId="{AA99DE5C-DA84-4517-856A-A8B4671DBC49}" srcOrd="9" destOrd="0" presId="urn:microsoft.com/office/officeart/2005/8/layout/chevron1"/>
    <dgm:cxn modelId="{5165C302-7465-4CC1-8B37-5D08CBA2F415}" type="presParOf" srcId="{EA778BBF-754E-4324-BFE2-D54C8434AA36}" destId="{B8574698-9433-420B-B19B-F4E8633AA23B}" srcOrd="10" destOrd="0" presId="urn:microsoft.com/office/officeart/2005/8/layout/chevron1"/>
    <dgm:cxn modelId="{1FEDBD54-E33D-4171-9DB2-ED7D88A226E2}" type="presParOf" srcId="{EA778BBF-754E-4324-BFE2-D54C8434AA36}" destId="{3CE66576-19CB-46E4-A098-35B9A47A0E08}" srcOrd="11" destOrd="0" presId="urn:microsoft.com/office/officeart/2005/8/layout/chevron1"/>
    <dgm:cxn modelId="{C33C0779-6CD6-408D-8B0C-1E10E5E97520}" type="presParOf" srcId="{EA778BBF-754E-4324-BFE2-D54C8434AA36}" destId="{3DA55AF3-A82A-467D-96D8-9100C08F33A4}" srcOrd="12" destOrd="0" presId="urn:microsoft.com/office/officeart/2005/8/layout/chevron1"/>
    <dgm:cxn modelId="{36F0207E-3BB9-4B6A-852D-F62A46BEA589}" type="presParOf" srcId="{EA778BBF-754E-4324-BFE2-D54C8434AA36}" destId="{44DDEBAB-4643-4DE8-9CB8-C0167936A168}" srcOrd="13" destOrd="0" presId="urn:microsoft.com/office/officeart/2005/8/layout/chevron1"/>
    <dgm:cxn modelId="{58CF092A-DE87-4EBE-89CD-E388A66C19FA}" type="presParOf" srcId="{EA778BBF-754E-4324-BFE2-D54C8434AA36}" destId="{2D0AA99B-84E4-4CB0-9D91-6C1A8BA07DCD}" srcOrd="14" destOrd="0" presId="urn:microsoft.com/office/officeart/2005/8/layout/chevron1"/>
    <dgm:cxn modelId="{EABB474B-01C2-4914-9D94-017E929A2C00}" type="presParOf" srcId="{EA778BBF-754E-4324-BFE2-D54C8434AA36}" destId="{502504FB-361E-4004-BB6B-D6A9A86DB68B}" srcOrd="15" destOrd="0" presId="urn:microsoft.com/office/officeart/2005/8/layout/chevron1"/>
    <dgm:cxn modelId="{645CC145-5E2F-4F24-AF6E-57DDB830DD44}" type="presParOf" srcId="{EA778BBF-754E-4324-BFE2-D54C8434AA36}" destId="{1C03E8E1-5A22-4F31-9843-0BF10B12B0A0}" srcOrd="16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1B28C42E-3A7D-458D-A7A4-0592D44919EA}" type="doc">
      <dgm:prSet loTypeId="urn:microsoft.com/office/officeart/2005/8/layout/lProcess3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6259E8FD-7B2D-48AD-AC4B-65DC8C12AE5D}" type="pres">
      <dgm:prSet presAssocID="{1B28C42E-3A7D-458D-A7A4-0592D44919EA}" presName="Name0" presStyleCnt="0">
        <dgm:presLayoutVars>
          <dgm:chPref val="3"/>
          <dgm:dir/>
          <dgm:animLvl val="lvl"/>
          <dgm:resizeHandles/>
        </dgm:presLayoutVars>
      </dgm:prSet>
      <dgm:spPr/>
    </dgm:pt>
  </dgm:ptLst>
  <dgm:cxnLst>
    <dgm:cxn modelId="{1CFBFA19-4DC8-46CE-AE92-1744232D96E2}" type="presOf" srcId="{1B28C42E-3A7D-458D-A7A4-0592D44919EA}" destId="{6259E8FD-7B2D-48AD-AC4B-65DC8C12AE5D}" srcOrd="0" destOrd="0" presId="urn:microsoft.com/office/officeart/2005/8/layout/lProcess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74926388-AA5A-43DD-9904-283AAB7A1795}" type="doc">
      <dgm:prSet loTypeId="urn:microsoft.com/office/officeart/2005/8/layout/chevron1" loCatId="process" qsTypeId="urn:microsoft.com/office/officeart/2005/8/quickstyle/simple1" qsCatId="simple" csTypeId="urn:microsoft.com/office/officeart/2005/8/colors/accent1_2" csCatId="accent1" phldr="1"/>
      <dgm:spPr/>
    </dgm:pt>
    <dgm:pt modelId="{5E4EE46D-E710-48B4-A012-61A810D326C5}">
      <dgm:prSet phldrT="[Text]"/>
      <dgm:spPr>
        <a:ln>
          <a:solidFill>
            <a:srgbClr val="FF0000"/>
          </a:solidFill>
        </a:ln>
      </dgm:spPr>
      <dgm:t>
        <a:bodyPr/>
        <a:lstStyle/>
        <a:p>
          <a:r>
            <a:rPr lang="en-AU" b="1" dirty="0">
              <a:solidFill>
                <a:srgbClr val="FFC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Project Background &amp; Problem Statement</a:t>
          </a:r>
        </a:p>
      </dgm:t>
    </dgm:pt>
    <dgm:pt modelId="{D6E90C6E-184A-45DF-B0AF-C3560A97651B}" type="parTrans" cxnId="{AC0D79BD-51AA-497C-BAA2-9F454E28E3F1}">
      <dgm:prSet/>
      <dgm:spPr/>
      <dgm:t>
        <a:bodyPr/>
        <a:lstStyle/>
        <a:p>
          <a:endParaRPr lang="en-AU"/>
        </a:p>
      </dgm:t>
    </dgm:pt>
    <dgm:pt modelId="{637C1F3D-AD5B-474E-90B2-C138DBE65A7F}" type="sibTrans" cxnId="{AC0D79BD-51AA-497C-BAA2-9F454E28E3F1}">
      <dgm:prSet/>
      <dgm:spPr/>
      <dgm:t>
        <a:bodyPr/>
        <a:lstStyle/>
        <a:p>
          <a:endParaRPr lang="en-AU"/>
        </a:p>
      </dgm:t>
    </dgm:pt>
    <dgm:pt modelId="{2BB1ADB2-5444-478E-A523-EE104BB6D7A5}">
      <dgm:prSet phldrT="[Text]"/>
      <dgm:spPr/>
      <dgm:t>
        <a:bodyPr/>
        <a:lstStyle/>
        <a:p>
          <a:r>
            <a:rPr lang="en-AU" noProof="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Methodology &amp; Approach</a:t>
          </a:r>
          <a:endParaRPr lang="en-AU" dirty="0">
            <a:solidFill>
              <a:schemeClr val="bg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4826607E-FB1B-417D-BBFC-695A5831E6A6}" type="parTrans" cxnId="{B7D57F10-CB86-415F-A524-D62297A7E3E9}">
      <dgm:prSet/>
      <dgm:spPr/>
      <dgm:t>
        <a:bodyPr/>
        <a:lstStyle/>
        <a:p>
          <a:endParaRPr lang="en-AU"/>
        </a:p>
      </dgm:t>
    </dgm:pt>
    <dgm:pt modelId="{ED2E3B63-A5C1-4D90-9E1A-44C52AB6E09D}" type="sibTrans" cxnId="{B7D57F10-CB86-415F-A524-D62297A7E3E9}">
      <dgm:prSet/>
      <dgm:spPr/>
      <dgm:t>
        <a:bodyPr/>
        <a:lstStyle/>
        <a:p>
          <a:endParaRPr lang="en-AU"/>
        </a:p>
      </dgm:t>
    </dgm:pt>
    <dgm:pt modelId="{9F995C28-A183-4214-A84F-B1C9250840F4}">
      <dgm:prSet phldrT="[Text]"/>
      <dgm:spPr/>
      <dgm:t>
        <a:bodyPr/>
        <a:lstStyle/>
        <a:p>
          <a:r>
            <a:rPr lang="en-AU" noProof="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Justification of Techniques</a:t>
          </a:r>
          <a:endParaRPr lang="en-AU" dirty="0">
            <a:solidFill>
              <a:schemeClr val="bg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CDF14534-CA9F-4E29-A27E-316AA69D79A7}" type="parTrans" cxnId="{5FC3E5C4-F3E0-4CA0-A4E1-C95D9FE07F9B}">
      <dgm:prSet/>
      <dgm:spPr/>
      <dgm:t>
        <a:bodyPr/>
        <a:lstStyle/>
        <a:p>
          <a:endParaRPr lang="en-AU"/>
        </a:p>
      </dgm:t>
    </dgm:pt>
    <dgm:pt modelId="{CBC28811-E029-47F2-B13E-0D01A81D0CD5}" type="sibTrans" cxnId="{5FC3E5C4-F3E0-4CA0-A4E1-C95D9FE07F9B}">
      <dgm:prSet/>
      <dgm:spPr/>
      <dgm:t>
        <a:bodyPr/>
        <a:lstStyle/>
        <a:p>
          <a:endParaRPr lang="en-AU"/>
        </a:p>
      </dgm:t>
    </dgm:pt>
    <dgm:pt modelId="{645A83FE-D5F5-431D-A91C-20B6BEBFD24C}">
      <dgm:prSet/>
      <dgm:spPr/>
      <dgm:t>
        <a:bodyPr/>
        <a:lstStyle/>
        <a:p>
          <a:r>
            <a:rPr lang="en-AU" noProof="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Architecture Consistency &amp; Design</a:t>
          </a:r>
          <a:endParaRPr lang="en-AU" dirty="0">
            <a:solidFill>
              <a:schemeClr val="bg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AB383FA7-9D4C-4DE7-9E50-983F7C34938E}" type="parTrans" cxnId="{B5AC47F1-BA1F-4145-B7BB-8FDE7096B05B}">
      <dgm:prSet/>
      <dgm:spPr/>
      <dgm:t>
        <a:bodyPr/>
        <a:lstStyle/>
        <a:p>
          <a:endParaRPr lang="en-AU"/>
        </a:p>
      </dgm:t>
    </dgm:pt>
    <dgm:pt modelId="{1D85AB95-7B1B-4053-B747-720D8B88EFAD}" type="sibTrans" cxnId="{B5AC47F1-BA1F-4145-B7BB-8FDE7096B05B}">
      <dgm:prSet/>
      <dgm:spPr/>
      <dgm:t>
        <a:bodyPr/>
        <a:lstStyle/>
        <a:p>
          <a:endParaRPr lang="en-AU"/>
        </a:p>
      </dgm:t>
    </dgm:pt>
    <dgm:pt modelId="{7AED458D-7FBE-40FE-8C2C-152BFD461E76}">
      <dgm:prSet/>
      <dgm:spPr/>
      <dgm:t>
        <a:bodyPr/>
        <a:lstStyle/>
        <a:p>
          <a:r>
            <a:rPr lang="en-AU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Visual Walkthrough (Sample Dashboard)</a:t>
          </a:r>
        </a:p>
      </dgm:t>
    </dgm:pt>
    <dgm:pt modelId="{9A8ABC44-CDCA-4C9F-BBCB-7B522B7C7C61}" type="parTrans" cxnId="{99037112-182C-4BE3-AE76-D087FF09DEDC}">
      <dgm:prSet/>
      <dgm:spPr/>
      <dgm:t>
        <a:bodyPr/>
        <a:lstStyle/>
        <a:p>
          <a:endParaRPr lang="en-AU"/>
        </a:p>
      </dgm:t>
    </dgm:pt>
    <dgm:pt modelId="{18703457-32C9-4CF0-B6DC-64E421DCD496}" type="sibTrans" cxnId="{99037112-182C-4BE3-AE76-D087FF09DEDC}">
      <dgm:prSet/>
      <dgm:spPr/>
      <dgm:t>
        <a:bodyPr/>
        <a:lstStyle/>
        <a:p>
          <a:endParaRPr lang="en-AU"/>
        </a:p>
      </dgm:t>
    </dgm:pt>
    <dgm:pt modelId="{E3A44B3F-2511-4944-90F1-BD25C1F1B5F7}">
      <dgm:prSet/>
      <dgm:spPr/>
      <dgm:t>
        <a:bodyPr/>
        <a:lstStyle/>
        <a:p>
          <a:r>
            <a:rPr lang="en-AU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Value Delivered to Secora</a:t>
          </a:r>
        </a:p>
      </dgm:t>
    </dgm:pt>
    <dgm:pt modelId="{6114E150-CB88-42BA-A7BC-688E29B96DCC}" type="parTrans" cxnId="{1C745C7B-7016-47AF-BC34-AE7297F30ADE}">
      <dgm:prSet/>
      <dgm:spPr/>
      <dgm:t>
        <a:bodyPr/>
        <a:lstStyle/>
        <a:p>
          <a:endParaRPr lang="en-AU"/>
        </a:p>
      </dgm:t>
    </dgm:pt>
    <dgm:pt modelId="{17554E49-4B88-4F62-9A64-2BE51DB30324}" type="sibTrans" cxnId="{1C745C7B-7016-47AF-BC34-AE7297F30ADE}">
      <dgm:prSet/>
      <dgm:spPr/>
      <dgm:t>
        <a:bodyPr/>
        <a:lstStyle/>
        <a:p>
          <a:endParaRPr lang="en-AU"/>
        </a:p>
      </dgm:t>
    </dgm:pt>
    <dgm:pt modelId="{56051EE8-BF4F-42D7-9282-2210D0B95DB2}">
      <dgm:prSet/>
      <dgm:spPr/>
      <dgm:t>
        <a:bodyPr/>
        <a:lstStyle/>
        <a:p>
          <a:r>
            <a:rPr lang="en-AU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Validation &amp; Demo Feedback</a:t>
          </a:r>
        </a:p>
      </dgm:t>
    </dgm:pt>
    <dgm:pt modelId="{9E50DCD7-C46B-471F-8F10-411A1DE2B93A}" type="parTrans" cxnId="{69A11C48-42F7-4F01-B2E4-4139164D1030}">
      <dgm:prSet/>
      <dgm:spPr/>
      <dgm:t>
        <a:bodyPr/>
        <a:lstStyle/>
        <a:p>
          <a:endParaRPr lang="en-AU"/>
        </a:p>
      </dgm:t>
    </dgm:pt>
    <dgm:pt modelId="{8752361C-9E26-4912-AA86-57F06B4D07C0}" type="sibTrans" cxnId="{69A11C48-42F7-4F01-B2E4-4139164D1030}">
      <dgm:prSet/>
      <dgm:spPr/>
      <dgm:t>
        <a:bodyPr/>
        <a:lstStyle/>
        <a:p>
          <a:endParaRPr lang="en-AU"/>
        </a:p>
      </dgm:t>
    </dgm:pt>
    <dgm:pt modelId="{345B82C6-C3A8-4455-AED9-406B0A726BDB}">
      <dgm:prSet/>
      <dgm:spPr/>
      <dgm:t>
        <a:bodyPr/>
        <a:lstStyle/>
        <a:p>
          <a:r>
            <a:rPr lang="en-AU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Reflection &amp; Learning</a:t>
          </a:r>
        </a:p>
      </dgm:t>
    </dgm:pt>
    <dgm:pt modelId="{FB436EFA-28C6-4484-84C5-98F7C4DD8311}" type="parTrans" cxnId="{ED112A92-B3FC-42BA-BB91-66BF69BB648A}">
      <dgm:prSet/>
      <dgm:spPr/>
      <dgm:t>
        <a:bodyPr/>
        <a:lstStyle/>
        <a:p>
          <a:endParaRPr lang="en-AU"/>
        </a:p>
      </dgm:t>
    </dgm:pt>
    <dgm:pt modelId="{CF412F56-9576-4BD5-88F3-A100EE1B4921}" type="sibTrans" cxnId="{ED112A92-B3FC-42BA-BB91-66BF69BB648A}">
      <dgm:prSet/>
      <dgm:spPr/>
      <dgm:t>
        <a:bodyPr/>
        <a:lstStyle/>
        <a:p>
          <a:endParaRPr lang="en-AU"/>
        </a:p>
      </dgm:t>
    </dgm:pt>
    <dgm:pt modelId="{11AE3DB1-6DC0-4817-A1DC-DDF82CC9632B}">
      <dgm:prSet/>
      <dgm:spPr/>
      <dgm:t>
        <a:bodyPr/>
        <a:lstStyle/>
        <a:p>
          <a:r>
            <a:rPr lang="en-AU">
              <a:latin typeface="Times New Roman" panose="02020603050405020304" pitchFamily="18" charset="0"/>
              <a:cs typeface="Times New Roman" panose="02020603050405020304" pitchFamily="18" charset="0"/>
            </a:rPr>
            <a:t>Challenges &amp; Resolutions</a:t>
          </a:r>
        </a:p>
      </dgm:t>
    </dgm:pt>
    <dgm:pt modelId="{B73EA941-8947-46FF-970B-16932B4009B8}" type="parTrans" cxnId="{6818CB63-1B9D-4FFC-BE81-41E5DAAABEF6}">
      <dgm:prSet/>
      <dgm:spPr/>
      <dgm:t>
        <a:bodyPr/>
        <a:lstStyle/>
        <a:p>
          <a:endParaRPr lang="en-AU"/>
        </a:p>
      </dgm:t>
    </dgm:pt>
    <dgm:pt modelId="{65CBE875-723A-4063-876B-65A05584663C}" type="sibTrans" cxnId="{6818CB63-1B9D-4FFC-BE81-41E5DAAABEF6}">
      <dgm:prSet/>
      <dgm:spPr/>
      <dgm:t>
        <a:bodyPr/>
        <a:lstStyle/>
        <a:p>
          <a:endParaRPr lang="en-AU"/>
        </a:p>
      </dgm:t>
    </dgm:pt>
    <dgm:pt modelId="{EA778BBF-754E-4324-BFE2-D54C8434AA36}" type="pres">
      <dgm:prSet presAssocID="{74926388-AA5A-43DD-9904-283AAB7A1795}" presName="Name0" presStyleCnt="0">
        <dgm:presLayoutVars>
          <dgm:dir/>
          <dgm:animLvl val="lvl"/>
          <dgm:resizeHandles val="exact"/>
        </dgm:presLayoutVars>
      </dgm:prSet>
      <dgm:spPr/>
    </dgm:pt>
    <dgm:pt modelId="{3319C834-8582-432B-B32B-AE320A7286E9}" type="pres">
      <dgm:prSet presAssocID="{5E4EE46D-E710-48B4-A012-61A810D326C5}" presName="parTxOnly" presStyleLbl="node1" presStyleIdx="0" presStyleCnt="9">
        <dgm:presLayoutVars>
          <dgm:chMax val="0"/>
          <dgm:chPref val="0"/>
          <dgm:bulletEnabled val="1"/>
        </dgm:presLayoutVars>
      </dgm:prSet>
      <dgm:spPr/>
    </dgm:pt>
    <dgm:pt modelId="{B2C4C985-AEA8-4EB7-8609-E2EFABDFE5A6}" type="pres">
      <dgm:prSet presAssocID="{637C1F3D-AD5B-474E-90B2-C138DBE65A7F}" presName="parTxOnlySpace" presStyleCnt="0"/>
      <dgm:spPr/>
    </dgm:pt>
    <dgm:pt modelId="{873A084E-2B6A-429D-94BE-B8A2F93E59BD}" type="pres">
      <dgm:prSet presAssocID="{2BB1ADB2-5444-478E-A523-EE104BB6D7A5}" presName="parTxOnly" presStyleLbl="node1" presStyleIdx="1" presStyleCnt="9">
        <dgm:presLayoutVars>
          <dgm:chMax val="0"/>
          <dgm:chPref val="0"/>
          <dgm:bulletEnabled val="1"/>
        </dgm:presLayoutVars>
      </dgm:prSet>
      <dgm:spPr/>
    </dgm:pt>
    <dgm:pt modelId="{7B7EA429-F6A6-46F2-BA26-C8720C994114}" type="pres">
      <dgm:prSet presAssocID="{ED2E3B63-A5C1-4D90-9E1A-44C52AB6E09D}" presName="parTxOnlySpace" presStyleCnt="0"/>
      <dgm:spPr/>
    </dgm:pt>
    <dgm:pt modelId="{D60B580D-8CF1-49D4-B936-37A5041F6C2F}" type="pres">
      <dgm:prSet presAssocID="{9F995C28-A183-4214-A84F-B1C9250840F4}" presName="parTxOnly" presStyleLbl="node1" presStyleIdx="2" presStyleCnt="9">
        <dgm:presLayoutVars>
          <dgm:chMax val="0"/>
          <dgm:chPref val="0"/>
          <dgm:bulletEnabled val="1"/>
        </dgm:presLayoutVars>
      </dgm:prSet>
      <dgm:spPr/>
    </dgm:pt>
    <dgm:pt modelId="{56DE67C1-12AC-4537-B091-DD3CA434F618}" type="pres">
      <dgm:prSet presAssocID="{CBC28811-E029-47F2-B13E-0D01A81D0CD5}" presName="parTxOnlySpace" presStyleCnt="0"/>
      <dgm:spPr/>
    </dgm:pt>
    <dgm:pt modelId="{5B7CCF94-BFA4-4CDA-9E06-30CE5A77BB15}" type="pres">
      <dgm:prSet presAssocID="{645A83FE-D5F5-431D-A91C-20B6BEBFD24C}" presName="parTxOnly" presStyleLbl="node1" presStyleIdx="3" presStyleCnt="9">
        <dgm:presLayoutVars>
          <dgm:chMax val="0"/>
          <dgm:chPref val="0"/>
          <dgm:bulletEnabled val="1"/>
        </dgm:presLayoutVars>
      </dgm:prSet>
      <dgm:spPr/>
    </dgm:pt>
    <dgm:pt modelId="{7EA8DAA0-B55D-43E6-9C4C-83828E6BFB9E}" type="pres">
      <dgm:prSet presAssocID="{1D85AB95-7B1B-4053-B747-720D8B88EFAD}" presName="parTxOnlySpace" presStyleCnt="0"/>
      <dgm:spPr/>
    </dgm:pt>
    <dgm:pt modelId="{7DF2B565-0A8E-441A-BF4A-09FFA3B777CF}" type="pres">
      <dgm:prSet presAssocID="{7AED458D-7FBE-40FE-8C2C-152BFD461E76}" presName="parTxOnly" presStyleLbl="node1" presStyleIdx="4" presStyleCnt="9">
        <dgm:presLayoutVars>
          <dgm:chMax val="0"/>
          <dgm:chPref val="0"/>
          <dgm:bulletEnabled val="1"/>
        </dgm:presLayoutVars>
      </dgm:prSet>
      <dgm:spPr/>
    </dgm:pt>
    <dgm:pt modelId="{AA99DE5C-DA84-4517-856A-A8B4671DBC49}" type="pres">
      <dgm:prSet presAssocID="{18703457-32C9-4CF0-B6DC-64E421DCD496}" presName="parTxOnlySpace" presStyleCnt="0"/>
      <dgm:spPr/>
    </dgm:pt>
    <dgm:pt modelId="{B8574698-9433-420B-B19B-F4E8633AA23B}" type="pres">
      <dgm:prSet presAssocID="{56051EE8-BF4F-42D7-9282-2210D0B95DB2}" presName="parTxOnly" presStyleLbl="node1" presStyleIdx="5" presStyleCnt="9">
        <dgm:presLayoutVars>
          <dgm:chMax val="0"/>
          <dgm:chPref val="0"/>
          <dgm:bulletEnabled val="1"/>
        </dgm:presLayoutVars>
      </dgm:prSet>
      <dgm:spPr/>
    </dgm:pt>
    <dgm:pt modelId="{3CE66576-19CB-46E4-A098-35B9A47A0E08}" type="pres">
      <dgm:prSet presAssocID="{8752361C-9E26-4912-AA86-57F06B4D07C0}" presName="parTxOnlySpace" presStyleCnt="0"/>
      <dgm:spPr/>
    </dgm:pt>
    <dgm:pt modelId="{3DA55AF3-A82A-467D-96D8-9100C08F33A4}" type="pres">
      <dgm:prSet presAssocID="{E3A44B3F-2511-4944-90F1-BD25C1F1B5F7}" presName="parTxOnly" presStyleLbl="node1" presStyleIdx="6" presStyleCnt="9">
        <dgm:presLayoutVars>
          <dgm:chMax val="0"/>
          <dgm:chPref val="0"/>
          <dgm:bulletEnabled val="1"/>
        </dgm:presLayoutVars>
      </dgm:prSet>
      <dgm:spPr/>
    </dgm:pt>
    <dgm:pt modelId="{44DDEBAB-4643-4DE8-9CB8-C0167936A168}" type="pres">
      <dgm:prSet presAssocID="{17554E49-4B88-4F62-9A64-2BE51DB30324}" presName="parTxOnlySpace" presStyleCnt="0"/>
      <dgm:spPr/>
    </dgm:pt>
    <dgm:pt modelId="{D798ED66-05C2-4DD9-BA84-D3E6EF1852EF}" type="pres">
      <dgm:prSet presAssocID="{11AE3DB1-6DC0-4817-A1DC-DDF82CC9632B}" presName="parTxOnly" presStyleLbl="node1" presStyleIdx="7" presStyleCnt="9">
        <dgm:presLayoutVars>
          <dgm:chMax val="0"/>
          <dgm:chPref val="0"/>
          <dgm:bulletEnabled val="1"/>
        </dgm:presLayoutVars>
      </dgm:prSet>
      <dgm:spPr/>
    </dgm:pt>
    <dgm:pt modelId="{E42D0027-15DE-4341-BB61-D52483273099}" type="pres">
      <dgm:prSet presAssocID="{65CBE875-723A-4063-876B-65A05584663C}" presName="parTxOnlySpace" presStyleCnt="0"/>
      <dgm:spPr/>
    </dgm:pt>
    <dgm:pt modelId="{1C03E8E1-5A22-4F31-9843-0BF10B12B0A0}" type="pres">
      <dgm:prSet presAssocID="{345B82C6-C3A8-4455-AED9-406B0A726BDB}" presName="parTxOnly" presStyleLbl="node1" presStyleIdx="8" presStyleCnt="9">
        <dgm:presLayoutVars>
          <dgm:chMax val="0"/>
          <dgm:chPref val="0"/>
          <dgm:bulletEnabled val="1"/>
        </dgm:presLayoutVars>
      </dgm:prSet>
      <dgm:spPr/>
    </dgm:pt>
  </dgm:ptLst>
  <dgm:cxnLst>
    <dgm:cxn modelId="{B7D57F10-CB86-415F-A524-D62297A7E3E9}" srcId="{74926388-AA5A-43DD-9904-283AAB7A1795}" destId="{2BB1ADB2-5444-478E-A523-EE104BB6D7A5}" srcOrd="1" destOrd="0" parTransId="{4826607E-FB1B-417D-BBFC-695A5831E6A6}" sibTransId="{ED2E3B63-A5C1-4D90-9E1A-44C52AB6E09D}"/>
    <dgm:cxn modelId="{99037112-182C-4BE3-AE76-D087FF09DEDC}" srcId="{74926388-AA5A-43DD-9904-283AAB7A1795}" destId="{7AED458D-7FBE-40FE-8C2C-152BFD461E76}" srcOrd="4" destOrd="0" parTransId="{9A8ABC44-CDCA-4C9F-BBCB-7B522B7C7C61}" sibTransId="{18703457-32C9-4CF0-B6DC-64E421DCD496}"/>
    <dgm:cxn modelId="{EAD2152D-C6C5-4EAE-A659-4D141490740E}" type="presOf" srcId="{645A83FE-D5F5-431D-A91C-20B6BEBFD24C}" destId="{5B7CCF94-BFA4-4CDA-9E06-30CE5A77BB15}" srcOrd="0" destOrd="0" presId="urn:microsoft.com/office/officeart/2005/8/layout/chevron1"/>
    <dgm:cxn modelId="{5CA70D38-78FB-4DCD-AE83-D4138FB27865}" type="presOf" srcId="{9F995C28-A183-4214-A84F-B1C9250840F4}" destId="{D60B580D-8CF1-49D4-B936-37A5041F6C2F}" srcOrd="0" destOrd="0" presId="urn:microsoft.com/office/officeart/2005/8/layout/chevron1"/>
    <dgm:cxn modelId="{6818CB63-1B9D-4FFC-BE81-41E5DAAABEF6}" srcId="{74926388-AA5A-43DD-9904-283AAB7A1795}" destId="{11AE3DB1-6DC0-4817-A1DC-DDF82CC9632B}" srcOrd="7" destOrd="0" parTransId="{B73EA941-8947-46FF-970B-16932B4009B8}" sibTransId="{65CBE875-723A-4063-876B-65A05584663C}"/>
    <dgm:cxn modelId="{69A11C48-42F7-4F01-B2E4-4139164D1030}" srcId="{74926388-AA5A-43DD-9904-283AAB7A1795}" destId="{56051EE8-BF4F-42D7-9282-2210D0B95DB2}" srcOrd="5" destOrd="0" parTransId="{9E50DCD7-C46B-471F-8F10-411A1DE2B93A}" sibTransId="{8752361C-9E26-4912-AA86-57F06B4D07C0}"/>
    <dgm:cxn modelId="{11034B4D-5369-4BB5-A515-9D6F5730F8B9}" type="presOf" srcId="{7AED458D-7FBE-40FE-8C2C-152BFD461E76}" destId="{7DF2B565-0A8E-441A-BF4A-09FFA3B777CF}" srcOrd="0" destOrd="0" presId="urn:microsoft.com/office/officeart/2005/8/layout/chevron1"/>
    <dgm:cxn modelId="{7ADCAB59-4B58-44C2-959D-96A09B364AA2}" type="presOf" srcId="{74926388-AA5A-43DD-9904-283AAB7A1795}" destId="{EA778BBF-754E-4324-BFE2-D54C8434AA36}" srcOrd="0" destOrd="0" presId="urn:microsoft.com/office/officeart/2005/8/layout/chevron1"/>
    <dgm:cxn modelId="{1C745C7B-7016-47AF-BC34-AE7297F30ADE}" srcId="{74926388-AA5A-43DD-9904-283AAB7A1795}" destId="{E3A44B3F-2511-4944-90F1-BD25C1F1B5F7}" srcOrd="6" destOrd="0" parTransId="{6114E150-CB88-42BA-A7BC-688E29B96DCC}" sibTransId="{17554E49-4B88-4F62-9A64-2BE51DB30324}"/>
    <dgm:cxn modelId="{BB7B9B80-95D9-4174-B9F3-6F4CB6DCED87}" type="presOf" srcId="{56051EE8-BF4F-42D7-9282-2210D0B95DB2}" destId="{B8574698-9433-420B-B19B-F4E8633AA23B}" srcOrd="0" destOrd="0" presId="urn:microsoft.com/office/officeart/2005/8/layout/chevron1"/>
    <dgm:cxn modelId="{ED112A92-B3FC-42BA-BB91-66BF69BB648A}" srcId="{74926388-AA5A-43DD-9904-283AAB7A1795}" destId="{345B82C6-C3A8-4455-AED9-406B0A726BDB}" srcOrd="8" destOrd="0" parTransId="{FB436EFA-28C6-4484-84C5-98F7C4DD8311}" sibTransId="{CF412F56-9576-4BD5-88F3-A100EE1B4921}"/>
    <dgm:cxn modelId="{CC50C2A0-CFB2-47A7-80EB-0519ADD58FD5}" type="presOf" srcId="{2BB1ADB2-5444-478E-A523-EE104BB6D7A5}" destId="{873A084E-2B6A-429D-94BE-B8A2F93E59BD}" srcOrd="0" destOrd="0" presId="urn:microsoft.com/office/officeart/2005/8/layout/chevron1"/>
    <dgm:cxn modelId="{6F0F70B1-FCB7-4B05-98D2-7E47ABDD62EC}" type="presOf" srcId="{345B82C6-C3A8-4455-AED9-406B0A726BDB}" destId="{1C03E8E1-5A22-4F31-9843-0BF10B12B0A0}" srcOrd="0" destOrd="0" presId="urn:microsoft.com/office/officeart/2005/8/layout/chevron1"/>
    <dgm:cxn modelId="{17C59AB3-60F5-4F04-B197-FFF9EAC014EC}" type="presOf" srcId="{11AE3DB1-6DC0-4817-A1DC-DDF82CC9632B}" destId="{D798ED66-05C2-4DD9-BA84-D3E6EF1852EF}" srcOrd="0" destOrd="0" presId="urn:microsoft.com/office/officeart/2005/8/layout/chevron1"/>
    <dgm:cxn modelId="{AC0D79BD-51AA-497C-BAA2-9F454E28E3F1}" srcId="{74926388-AA5A-43DD-9904-283AAB7A1795}" destId="{5E4EE46D-E710-48B4-A012-61A810D326C5}" srcOrd="0" destOrd="0" parTransId="{D6E90C6E-184A-45DF-B0AF-C3560A97651B}" sibTransId="{637C1F3D-AD5B-474E-90B2-C138DBE65A7F}"/>
    <dgm:cxn modelId="{28A5A2C4-EB0D-4028-806B-71851F4F2FBD}" type="presOf" srcId="{5E4EE46D-E710-48B4-A012-61A810D326C5}" destId="{3319C834-8582-432B-B32B-AE320A7286E9}" srcOrd="0" destOrd="0" presId="urn:microsoft.com/office/officeart/2005/8/layout/chevron1"/>
    <dgm:cxn modelId="{5FC3E5C4-F3E0-4CA0-A4E1-C95D9FE07F9B}" srcId="{74926388-AA5A-43DD-9904-283AAB7A1795}" destId="{9F995C28-A183-4214-A84F-B1C9250840F4}" srcOrd="2" destOrd="0" parTransId="{CDF14534-CA9F-4E29-A27E-316AA69D79A7}" sibTransId="{CBC28811-E029-47F2-B13E-0D01A81D0CD5}"/>
    <dgm:cxn modelId="{B047CDCB-EDA0-497A-B793-7247F8069362}" type="presOf" srcId="{E3A44B3F-2511-4944-90F1-BD25C1F1B5F7}" destId="{3DA55AF3-A82A-467D-96D8-9100C08F33A4}" srcOrd="0" destOrd="0" presId="urn:microsoft.com/office/officeart/2005/8/layout/chevron1"/>
    <dgm:cxn modelId="{B5AC47F1-BA1F-4145-B7BB-8FDE7096B05B}" srcId="{74926388-AA5A-43DD-9904-283AAB7A1795}" destId="{645A83FE-D5F5-431D-A91C-20B6BEBFD24C}" srcOrd="3" destOrd="0" parTransId="{AB383FA7-9D4C-4DE7-9E50-983F7C34938E}" sibTransId="{1D85AB95-7B1B-4053-B747-720D8B88EFAD}"/>
    <dgm:cxn modelId="{6500AD61-FF00-401A-88AB-61819859476F}" type="presParOf" srcId="{EA778BBF-754E-4324-BFE2-D54C8434AA36}" destId="{3319C834-8582-432B-B32B-AE320A7286E9}" srcOrd="0" destOrd="0" presId="urn:microsoft.com/office/officeart/2005/8/layout/chevron1"/>
    <dgm:cxn modelId="{95C6D1DF-3B62-4E5A-ABF8-74B75CED872A}" type="presParOf" srcId="{EA778BBF-754E-4324-BFE2-D54C8434AA36}" destId="{B2C4C985-AEA8-4EB7-8609-E2EFABDFE5A6}" srcOrd="1" destOrd="0" presId="urn:microsoft.com/office/officeart/2005/8/layout/chevron1"/>
    <dgm:cxn modelId="{AF45B7A0-E809-46FE-83F8-9456285CABE8}" type="presParOf" srcId="{EA778BBF-754E-4324-BFE2-D54C8434AA36}" destId="{873A084E-2B6A-429D-94BE-B8A2F93E59BD}" srcOrd="2" destOrd="0" presId="urn:microsoft.com/office/officeart/2005/8/layout/chevron1"/>
    <dgm:cxn modelId="{33161805-EC5E-46B1-A64F-29B780A1118D}" type="presParOf" srcId="{EA778BBF-754E-4324-BFE2-D54C8434AA36}" destId="{7B7EA429-F6A6-46F2-BA26-C8720C994114}" srcOrd="3" destOrd="0" presId="urn:microsoft.com/office/officeart/2005/8/layout/chevron1"/>
    <dgm:cxn modelId="{62B3A72D-DB18-44AD-8F93-18936A330897}" type="presParOf" srcId="{EA778BBF-754E-4324-BFE2-D54C8434AA36}" destId="{D60B580D-8CF1-49D4-B936-37A5041F6C2F}" srcOrd="4" destOrd="0" presId="urn:microsoft.com/office/officeart/2005/8/layout/chevron1"/>
    <dgm:cxn modelId="{CCAC37D5-F338-49E7-9AF1-139BEC87CA3D}" type="presParOf" srcId="{EA778BBF-754E-4324-BFE2-D54C8434AA36}" destId="{56DE67C1-12AC-4537-B091-DD3CA434F618}" srcOrd="5" destOrd="0" presId="urn:microsoft.com/office/officeart/2005/8/layout/chevron1"/>
    <dgm:cxn modelId="{62CAB761-784E-4CF7-80C4-09A925FDED41}" type="presParOf" srcId="{EA778BBF-754E-4324-BFE2-D54C8434AA36}" destId="{5B7CCF94-BFA4-4CDA-9E06-30CE5A77BB15}" srcOrd="6" destOrd="0" presId="urn:microsoft.com/office/officeart/2005/8/layout/chevron1"/>
    <dgm:cxn modelId="{DADAA8E0-7EA1-4E53-94B3-E9474CAB9E18}" type="presParOf" srcId="{EA778BBF-754E-4324-BFE2-D54C8434AA36}" destId="{7EA8DAA0-B55D-43E6-9C4C-83828E6BFB9E}" srcOrd="7" destOrd="0" presId="urn:microsoft.com/office/officeart/2005/8/layout/chevron1"/>
    <dgm:cxn modelId="{9C7469E2-E62F-4D2D-9D45-9F3DD87389A8}" type="presParOf" srcId="{EA778BBF-754E-4324-BFE2-D54C8434AA36}" destId="{7DF2B565-0A8E-441A-BF4A-09FFA3B777CF}" srcOrd="8" destOrd="0" presId="urn:microsoft.com/office/officeart/2005/8/layout/chevron1"/>
    <dgm:cxn modelId="{E2C0CF9F-CCB1-4DA2-B49E-966543D842B3}" type="presParOf" srcId="{EA778BBF-754E-4324-BFE2-D54C8434AA36}" destId="{AA99DE5C-DA84-4517-856A-A8B4671DBC49}" srcOrd="9" destOrd="0" presId="urn:microsoft.com/office/officeart/2005/8/layout/chevron1"/>
    <dgm:cxn modelId="{29DD821B-56E9-4151-B580-6B4B0C0F837D}" type="presParOf" srcId="{EA778BBF-754E-4324-BFE2-D54C8434AA36}" destId="{B8574698-9433-420B-B19B-F4E8633AA23B}" srcOrd="10" destOrd="0" presId="urn:microsoft.com/office/officeart/2005/8/layout/chevron1"/>
    <dgm:cxn modelId="{743087E0-CFDA-43FF-89BC-7D547AF4A20A}" type="presParOf" srcId="{EA778BBF-754E-4324-BFE2-D54C8434AA36}" destId="{3CE66576-19CB-46E4-A098-35B9A47A0E08}" srcOrd="11" destOrd="0" presId="urn:microsoft.com/office/officeart/2005/8/layout/chevron1"/>
    <dgm:cxn modelId="{40CFCFD5-6457-41F8-B515-D3AA5A5FE1F8}" type="presParOf" srcId="{EA778BBF-754E-4324-BFE2-D54C8434AA36}" destId="{3DA55AF3-A82A-467D-96D8-9100C08F33A4}" srcOrd="12" destOrd="0" presId="urn:microsoft.com/office/officeart/2005/8/layout/chevron1"/>
    <dgm:cxn modelId="{60191ABD-5FD2-436C-A06C-003A14BD808E}" type="presParOf" srcId="{EA778BBF-754E-4324-BFE2-D54C8434AA36}" destId="{44DDEBAB-4643-4DE8-9CB8-C0167936A168}" srcOrd="13" destOrd="0" presId="urn:microsoft.com/office/officeart/2005/8/layout/chevron1"/>
    <dgm:cxn modelId="{7E2DC9B9-FACB-4C46-9FAA-37D822E2051A}" type="presParOf" srcId="{EA778BBF-754E-4324-BFE2-D54C8434AA36}" destId="{D798ED66-05C2-4DD9-BA84-D3E6EF1852EF}" srcOrd="14" destOrd="0" presId="urn:microsoft.com/office/officeart/2005/8/layout/chevron1"/>
    <dgm:cxn modelId="{1BD73D3B-5637-442D-A0FC-3C3E75C93E76}" type="presParOf" srcId="{EA778BBF-754E-4324-BFE2-D54C8434AA36}" destId="{E42D0027-15DE-4341-BB61-D52483273099}" srcOrd="15" destOrd="0" presId="urn:microsoft.com/office/officeart/2005/8/layout/chevron1"/>
    <dgm:cxn modelId="{2B50746F-ADD1-4324-8AAC-5C252993CD4F}" type="presParOf" srcId="{EA778BBF-754E-4324-BFE2-D54C8434AA36}" destId="{1C03E8E1-5A22-4F31-9843-0BF10B12B0A0}" srcOrd="16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74926388-AA5A-43DD-9904-283AAB7A1795}" type="doc">
      <dgm:prSet loTypeId="urn:microsoft.com/office/officeart/2005/8/layout/chevron1" loCatId="process" qsTypeId="urn:microsoft.com/office/officeart/2005/8/quickstyle/simple1" qsCatId="simple" csTypeId="urn:microsoft.com/office/officeart/2005/8/colors/accent1_2" csCatId="accent1" phldr="1"/>
      <dgm:spPr/>
    </dgm:pt>
    <dgm:pt modelId="{5E4EE46D-E710-48B4-A012-61A810D326C5}">
      <dgm:prSet phldrT="[Text]"/>
      <dgm:spPr>
        <a:solidFill>
          <a:schemeClr val="bg1">
            <a:lumMod val="85000"/>
          </a:schemeClr>
        </a:solidFill>
      </dgm:spPr>
      <dgm:t>
        <a:bodyPr/>
        <a:lstStyle/>
        <a:p>
          <a:r>
            <a:rPr lang="en-AU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Project Background &amp; Problem Statement</a:t>
          </a:r>
        </a:p>
      </dgm:t>
    </dgm:pt>
    <dgm:pt modelId="{D6E90C6E-184A-45DF-B0AF-C3560A97651B}" type="parTrans" cxnId="{AC0D79BD-51AA-497C-BAA2-9F454E28E3F1}">
      <dgm:prSet/>
      <dgm:spPr/>
      <dgm:t>
        <a:bodyPr/>
        <a:lstStyle/>
        <a:p>
          <a:endParaRPr lang="en-AU"/>
        </a:p>
      </dgm:t>
    </dgm:pt>
    <dgm:pt modelId="{637C1F3D-AD5B-474E-90B2-C138DBE65A7F}" type="sibTrans" cxnId="{AC0D79BD-51AA-497C-BAA2-9F454E28E3F1}">
      <dgm:prSet/>
      <dgm:spPr/>
      <dgm:t>
        <a:bodyPr/>
        <a:lstStyle/>
        <a:p>
          <a:endParaRPr lang="en-AU"/>
        </a:p>
      </dgm:t>
    </dgm:pt>
    <dgm:pt modelId="{2BB1ADB2-5444-478E-A523-EE104BB6D7A5}">
      <dgm:prSet phldrT="[Text]"/>
      <dgm:spPr>
        <a:ln>
          <a:solidFill>
            <a:srgbClr val="FF0000"/>
          </a:solidFill>
        </a:ln>
      </dgm:spPr>
      <dgm:t>
        <a:bodyPr/>
        <a:lstStyle/>
        <a:p>
          <a:r>
            <a:rPr lang="en-AU" b="1" noProof="0" dirty="0">
              <a:solidFill>
                <a:srgbClr val="FFC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Methodology &amp; Approach</a:t>
          </a:r>
          <a:endParaRPr lang="en-AU" b="1" dirty="0">
            <a:solidFill>
              <a:srgbClr val="FFC000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4826607E-FB1B-417D-BBFC-695A5831E6A6}" type="parTrans" cxnId="{B7D57F10-CB86-415F-A524-D62297A7E3E9}">
      <dgm:prSet/>
      <dgm:spPr/>
      <dgm:t>
        <a:bodyPr/>
        <a:lstStyle/>
        <a:p>
          <a:endParaRPr lang="en-AU"/>
        </a:p>
      </dgm:t>
    </dgm:pt>
    <dgm:pt modelId="{ED2E3B63-A5C1-4D90-9E1A-44C52AB6E09D}" type="sibTrans" cxnId="{B7D57F10-CB86-415F-A524-D62297A7E3E9}">
      <dgm:prSet/>
      <dgm:spPr/>
      <dgm:t>
        <a:bodyPr/>
        <a:lstStyle/>
        <a:p>
          <a:endParaRPr lang="en-AU"/>
        </a:p>
      </dgm:t>
    </dgm:pt>
    <dgm:pt modelId="{9F995C28-A183-4214-A84F-B1C9250840F4}">
      <dgm:prSet phldrT="[Text]"/>
      <dgm:spPr/>
      <dgm:t>
        <a:bodyPr/>
        <a:lstStyle/>
        <a:p>
          <a:r>
            <a:rPr lang="en-AU" noProof="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Justification of Techniques</a:t>
          </a:r>
          <a:endParaRPr lang="en-AU" dirty="0">
            <a:solidFill>
              <a:schemeClr val="bg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CDF14534-CA9F-4E29-A27E-316AA69D79A7}" type="parTrans" cxnId="{5FC3E5C4-F3E0-4CA0-A4E1-C95D9FE07F9B}">
      <dgm:prSet/>
      <dgm:spPr/>
      <dgm:t>
        <a:bodyPr/>
        <a:lstStyle/>
        <a:p>
          <a:endParaRPr lang="en-AU"/>
        </a:p>
      </dgm:t>
    </dgm:pt>
    <dgm:pt modelId="{CBC28811-E029-47F2-B13E-0D01A81D0CD5}" type="sibTrans" cxnId="{5FC3E5C4-F3E0-4CA0-A4E1-C95D9FE07F9B}">
      <dgm:prSet/>
      <dgm:spPr/>
      <dgm:t>
        <a:bodyPr/>
        <a:lstStyle/>
        <a:p>
          <a:endParaRPr lang="en-AU"/>
        </a:p>
      </dgm:t>
    </dgm:pt>
    <dgm:pt modelId="{645A83FE-D5F5-431D-A91C-20B6BEBFD24C}">
      <dgm:prSet/>
      <dgm:spPr/>
      <dgm:t>
        <a:bodyPr/>
        <a:lstStyle/>
        <a:p>
          <a:r>
            <a:rPr lang="en-AU" noProof="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Architecture Consistency &amp; Design</a:t>
          </a:r>
          <a:endParaRPr lang="en-AU" dirty="0">
            <a:solidFill>
              <a:schemeClr val="bg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AB383FA7-9D4C-4DE7-9E50-983F7C34938E}" type="parTrans" cxnId="{B5AC47F1-BA1F-4145-B7BB-8FDE7096B05B}">
      <dgm:prSet/>
      <dgm:spPr/>
      <dgm:t>
        <a:bodyPr/>
        <a:lstStyle/>
        <a:p>
          <a:endParaRPr lang="en-AU"/>
        </a:p>
      </dgm:t>
    </dgm:pt>
    <dgm:pt modelId="{1D85AB95-7B1B-4053-B747-720D8B88EFAD}" type="sibTrans" cxnId="{B5AC47F1-BA1F-4145-B7BB-8FDE7096B05B}">
      <dgm:prSet/>
      <dgm:spPr/>
      <dgm:t>
        <a:bodyPr/>
        <a:lstStyle/>
        <a:p>
          <a:endParaRPr lang="en-AU"/>
        </a:p>
      </dgm:t>
    </dgm:pt>
    <dgm:pt modelId="{7AED458D-7FBE-40FE-8C2C-152BFD461E76}">
      <dgm:prSet/>
      <dgm:spPr/>
      <dgm:t>
        <a:bodyPr/>
        <a:lstStyle/>
        <a:p>
          <a:r>
            <a:rPr lang="en-AU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Visual Walkthrough (Sample Dashboard)</a:t>
          </a:r>
        </a:p>
      </dgm:t>
    </dgm:pt>
    <dgm:pt modelId="{9A8ABC44-CDCA-4C9F-BBCB-7B522B7C7C61}" type="parTrans" cxnId="{99037112-182C-4BE3-AE76-D087FF09DEDC}">
      <dgm:prSet/>
      <dgm:spPr/>
      <dgm:t>
        <a:bodyPr/>
        <a:lstStyle/>
        <a:p>
          <a:endParaRPr lang="en-AU"/>
        </a:p>
      </dgm:t>
    </dgm:pt>
    <dgm:pt modelId="{18703457-32C9-4CF0-B6DC-64E421DCD496}" type="sibTrans" cxnId="{99037112-182C-4BE3-AE76-D087FF09DEDC}">
      <dgm:prSet/>
      <dgm:spPr/>
      <dgm:t>
        <a:bodyPr/>
        <a:lstStyle/>
        <a:p>
          <a:endParaRPr lang="en-AU"/>
        </a:p>
      </dgm:t>
    </dgm:pt>
    <dgm:pt modelId="{E3A44B3F-2511-4944-90F1-BD25C1F1B5F7}">
      <dgm:prSet/>
      <dgm:spPr/>
      <dgm:t>
        <a:bodyPr/>
        <a:lstStyle/>
        <a:p>
          <a:r>
            <a:rPr lang="en-AU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Value Delivered to Secora</a:t>
          </a:r>
        </a:p>
      </dgm:t>
    </dgm:pt>
    <dgm:pt modelId="{6114E150-CB88-42BA-A7BC-688E29B96DCC}" type="parTrans" cxnId="{1C745C7B-7016-47AF-BC34-AE7297F30ADE}">
      <dgm:prSet/>
      <dgm:spPr/>
      <dgm:t>
        <a:bodyPr/>
        <a:lstStyle/>
        <a:p>
          <a:endParaRPr lang="en-AU"/>
        </a:p>
      </dgm:t>
    </dgm:pt>
    <dgm:pt modelId="{17554E49-4B88-4F62-9A64-2BE51DB30324}" type="sibTrans" cxnId="{1C745C7B-7016-47AF-BC34-AE7297F30ADE}">
      <dgm:prSet/>
      <dgm:spPr/>
      <dgm:t>
        <a:bodyPr/>
        <a:lstStyle/>
        <a:p>
          <a:endParaRPr lang="en-AU"/>
        </a:p>
      </dgm:t>
    </dgm:pt>
    <dgm:pt modelId="{56051EE8-BF4F-42D7-9282-2210D0B95DB2}">
      <dgm:prSet/>
      <dgm:spPr/>
      <dgm:t>
        <a:bodyPr/>
        <a:lstStyle/>
        <a:p>
          <a:r>
            <a:rPr lang="en-AU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Validation &amp; Demo Feedback</a:t>
          </a:r>
        </a:p>
      </dgm:t>
    </dgm:pt>
    <dgm:pt modelId="{9E50DCD7-C46B-471F-8F10-411A1DE2B93A}" type="parTrans" cxnId="{69A11C48-42F7-4F01-B2E4-4139164D1030}">
      <dgm:prSet/>
      <dgm:spPr/>
      <dgm:t>
        <a:bodyPr/>
        <a:lstStyle/>
        <a:p>
          <a:endParaRPr lang="en-AU"/>
        </a:p>
      </dgm:t>
    </dgm:pt>
    <dgm:pt modelId="{8752361C-9E26-4912-AA86-57F06B4D07C0}" type="sibTrans" cxnId="{69A11C48-42F7-4F01-B2E4-4139164D1030}">
      <dgm:prSet/>
      <dgm:spPr/>
      <dgm:t>
        <a:bodyPr/>
        <a:lstStyle/>
        <a:p>
          <a:endParaRPr lang="en-AU"/>
        </a:p>
      </dgm:t>
    </dgm:pt>
    <dgm:pt modelId="{345B82C6-C3A8-4455-AED9-406B0A726BDB}">
      <dgm:prSet/>
      <dgm:spPr/>
      <dgm:t>
        <a:bodyPr/>
        <a:lstStyle/>
        <a:p>
          <a:r>
            <a:rPr lang="en-AU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Reflection &amp; Learning</a:t>
          </a:r>
        </a:p>
      </dgm:t>
    </dgm:pt>
    <dgm:pt modelId="{FB436EFA-28C6-4484-84C5-98F7C4DD8311}" type="parTrans" cxnId="{ED112A92-B3FC-42BA-BB91-66BF69BB648A}">
      <dgm:prSet/>
      <dgm:spPr/>
      <dgm:t>
        <a:bodyPr/>
        <a:lstStyle/>
        <a:p>
          <a:endParaRPr lang="en-AU"/>
        </a:p>
      </dgm:t>
    </dgm:pt>
    <dgm:pt modelId="{CF412F56-9576-4BD5-88F3-A100EE1B4921}" type="sibTrans" cxnId="{ED112A92-B3FC-42BA-BB91-66BF69BB648A}">
      <dgm:prSet/>
      <dgm:spPr/>
      <dgm:t>
        <a:bodyPr/>
        <a:lstStyle/>
        <a:p>
          <a:endParaRPr lang="en-AU"/>
        </a:p>
      </dgm:t>
    </dgm:pt>
    <dgm:pt modelId="{BDA3B446-113C-4FEB-9E33-DDF1892DBBB7}">
      <dgm:prSet/>
      <dgm:spPr/>
      <dgm:t>
        <a:bodyPr/>
        <a:lstStyle/>
        <a:p>
          <a:r>
            <a:rPr lang="en-AU">
              <a:latin typeface="Times New Roman" panose="02020603050405020304" pitchFamily="18" charset="0"/>
              <a:cs typeface="Times New Roman" panose="02020603050405020304" pitchFamily="18" charset="0"/>
            </a:rPr>
            <a:t>Challenges &amp; Resolutions</a:t>
          </a:r>
        </a:p>
      </dgm:t>
    </dgm:pt>
    <dgm:pt modelId="{DB5ADA42-99B0-40FC-8256-FEF5852BE3BA}" type="parTrans" cxnId="{1AAF4B96-FCB8-4941-92B5-B6CB3301B508}">
      <dgm:prSet/>
      <dgm:spPr/>
      <dgm:t>
        <a:bodyPr/>
        <a:lstStyle/>
        <a:p>
          <a:endParaRPr lang="en-AU"/>
        </a:p>
      </dgm:t>
    </dgm:pt>
    <dgm:pt modelId="{6A975F97-9C65-4298-A09D-CC3F328649DD}" type="sibTrans" cxnId="{1AAF4B96-FCB8-4941-92B5-B6CB3301B508}">
      <dgm:prSet/>
      <dgm:spPr/>
      <dgm:t>
        <a:bodyPr/>
        <a:lstStyle/>
        <a:p>
          <a:endParaRPr lang="en-AU"/>
        </a:p>
      </dgm:t>
    </dgm:pt>
    <dgm:pt modelId="{EA778BBF-754E-4324-BFE2-D54C8434AA36}" type="pres">
      <dgm:prSet presAssocID="{74926388-AA5A-43DD-9904-283AAB7A1795}" presName="Name0" presStyleCnt="0">
        <dgm:presLayoutVars>
          <dgm:dir/>
          <dgm:animLvl val="lvl"/>
          <dgm:resizeHandles val="exact"/>
        </dgm:presLayoutVars>
      </dgm:prSet>
      <dgm:spPr/>
    </dgm:pt>
    <dgm:pt modelId="{3319C834-8582-432B-B32B-AE320A7286E9}" type="pres">
      <dgm:prSet presAssocID="{5E4EE46D-E710-48B4-A012-61A810D326C5}" presName="parTxOnly" presStyleLbl="node1" presStyleIdx="0" presStyleCnt="9">
        <dgm:presLayoutVars>
          <dgm:chMax val="0"/>
          <dgm:chPref val="0"/>
          <dgm:bulletEnabled val="1"/>
        </dgm:presLayoutVars>
      </dgm:prSet>
      <dgm:spPr/>
    </dgm:pt>
    <dgm:pt modelId="{B2C4C985-AEA8-4EB7-8609-E2EFABDFE5A6}" type="pres">
      <dgm:prSet presAssocID="{637C1F3D-AD5B-474E-90B2-C138DBE65A7F}" presName="parTxOnlySpace" presStyleCnt="0"/>
      <dgm:spPr/>
    </dgm:pt>
    <dgm:pt modelId="{873A084E-2B6A-429D-94BE-B8A2F93E59BD}" type="pres">
      <dgm:prSet presAssocID="{2BB1ADB2-5444-478E-A523-EE104BB6D7A5}" presName="parTxOnly" presStyleLbl="node1" presStyleIdx="1" presStyleCnt="9">
        <dgm:presLayoutVars>
          <dgm:chMax val="0"/>
          <dgm:chPref val="0"/>
          <dgm:bulletEnabled val="1"/>
        </dgm:presLayoutVars>
      </dgm:prSet>
      <dgm:spPr/>
    </dgm:pt>
    <dgm:pt modelId="{7B7EA429-F6A6-46F2-BA26-C8720C994114}" type="pres">
      <dgm:prSet presAssocID="{ED2E3B63-A5C1-4D90-9E1A-44C52AB6E09D}" presName="parTxOnlySpace" presStyleCnt="0"/>
      <dgm:spPr/>
    </dgm:pt>
    <dgm:pt modelId="{D60B580D-8CF1-49D4-B936-37A5041F6C2F}" type="pres">
      <dgm:prSet presAssocID="{9F995C28-A183-4214-A84F-B1C9250840F4}" presName="parTxOnly" presStyleLbl="node1" presStyleIdx="2" presStyleCnt="9">
        <dgm:presLayoutVars>
          <dgm:chMax val="0"/>
          <dgm:chPref val="0"/>
          <dgm:bulletEnabled val="1"/>
        </dgm:presLayoutVars>
      </dgm:prSet>
      <dgm:spPr/>
    </dgm:pt>
    <dgm:pt modelId="{56DE67C1-12AC-4537-B091-DD3CA434F618}" type="pres">
      <dgm:prSet presAssocID="{CBC28811-E029-47F2-B13E-0D01A81D0CD5}" presName="parTxOnlySpace" presStyleCnt="0"/>
      <dgm:spPr/>
    </dgm:pt>
    <dgm:pt modelId="{5B7CCF94-BFA4-4CDA-9E06-30CE5A77BB15}" type="pres">
      <dgm:prSet presAssocID="{645A83FE-D5F5-431D-A91C-20B6BEBFD24C}" presName="parTxOnly" presStyleLbl="node1" presStyleIdx="3" presStyleCnt="9">
        <dgm:presLayoutVars>
          <dgm:chMax val="0"/>
          <dgm:chPref val="0"/>
          <dgm:bulletEnabled val="1"/>
        </dgm:presLayoutVars>
      </dgm:prSet>
      <dgm:spPr/>
    </dgm:pt>
    <dgm:pt modelId="{7EA8DAA0-B55D-43E6-9C4C-83828E6BFB9E}" type="pres">
      <dgm:prSet presAssocID="{1D85AB95-7B1B-4053-B747-720D8B88EFAD}" presName="parTxOnlySpace" presStyleCnt="0"/>
      <dgm:spPr/>
    </dgm:pt>
    <dgm:pt modelId="{7DF2B565-0A8E-441A-BF4A-09FFA3B777CF}" type="pres">
      <dgm:prSet presAssocID="{7AED458D-7FBE-40FE-8C2C-152BFD461E76}" presName="parTxOnly" presStyleLbl="node1" presStyleIdx="4" presStyleCnt="9">
        <dgm:presLayoutVars>
          <dgm:chMax val="0"/>
          <dgm:chPref val="0"/>
          <dgm:bulletEnabled val="1"/>
        </dgm:presLayoutVars>
      </dgm:prSet>
      <dgm:spPr/>
    </dgm:pt>
    <dgm:pt modelId="{AA99DE5C-DA84-4517-856A-A8B4671DBC49}" type="pres">
      <dgm:prSet presAssocID="{18703457-32C9-4CF0-B6DC-64E421DCD496}" presName="parTxOnlySpace" presStyleCnt="0"/>
      <dgm:spPr/>
    </dgm:pt>
    <dgm:pt modelId="{B8574698-9433-420B-B19B-F4E8633AA23B}" type="pres">
      <dgm:prSet presAssocID="{56051EE8-BF4F-42D7-9282-2210D0B95DB2}" presName="parTxOnly" presStyleLbl="node1" presStyleIdx="5" presStyleCnt="9">
        <dgm:presLayoutVars>
          <dgm:chMax val="0"/>
          <dgm:chPref val="0"/>
          <dgm:bulletEnabled val="1"/>
        </dgm:presLayoutVars>
      </dgm:prSet>
      <dgm:spPr/>
    </dgm:pt>
    <dgm:pt modelId="{3CE66576-19CB-46E4-A098-35B9A47A0E08}" type="pres">
      <dgm:prSet presAssocID="{8752361C-9E26-4912-AA86-57F06B4D07C0}" presName="parTxOnlySpace" presStyleCnt="0"/>
      <dgm:spPr/>
    </dgm:pt>
    <dgm:pt modelId="{3DA55AF3-A82A-467D-96D8-9100C08F33A4}" type="pres">
      <dgm:prSet presAssocID="{E3A44B3F-2511-4944-90F1-BD25C1F1B5F7}" presName="parTxOnly" presStyleLbl="node1" presStyleIdx="6" presStyleCnt="9">
        <dgm:presLayoutVars>
          <dgm:chMax val="0"/>
          <dgm:chPref val="0"/>
          <dgm:bulletEnabled val="1"/>
        </dgm:presLayoutVars>
      </dgm:prSet>
      <dgm:spPr/>
    </dgm:pt>
    <dgm:pt modelId="{44DDEBAB-4643-4DE8-9CB8-C0167936A168}" type="pres">
      <dgm:prSet presAssocID="{17554E49-4B88-4F62-9A64-2BE51DB30324}" presName="parTxOnlySpace" presStyleCnt="0"/>
      <dgm:spPr/>
    </dgm:pt>
    <dgm:pt modelId="{58BF254E-31F2-435A-AE3D-A45C57DF916C}" type="pres">
      <dgm:prSet presAssocID="{BDA3B446-113C-4FEB-9E33-DDF1892DBBB7}" presName="parTxOnly" presStyleLbl="node1" presStyleIdx="7" presStyleCnt="9">
        <dgm:presLayoutVars>
          <dgm:chMax val="0"/>
          <dgm:chPref val="0"/>
          <dgm:bulletEnabled val="1"/>
        </dgm:presLayoutVars>
      </dgm:prSet>
      <dgm:spPr/>
    </dgm:pt>
    <dgm:pt modelId="{76D32DC1-986D-49D9-8331-623098EF9374}" type="pres">
      <dgm:prSet presAssocID="{6A975F97-9C65-4298-A09D-CC3F328649DD}" presName="parTxOnlySpace" presStyleCnt="0"/>
      <dgm:spPr/>
    </dgm:pt>
    <dgm:pt modelId="{1C03E8E1-5A22-4F31-9843-0BF10B12B0A0}" type="pres">
      <dgm:prSet presAssocID="{345B82C6-C3A8-4455-AED9-406B0A726BDB}" presName="parTxOnly" presStyleLbl="node1" presStyleIdx="8" presStyleCnt="9">
        <dgm:presLayoutVars>
          <dgm:chMax val="0"/>
          <dgm:chPref val="0"/>
          <dgm:bulletEnabled val="1"/>
        </dgm:presLayoutVars>
      </dgm:prSet>
      <dgm:spPr/>
    </dgm:pt>
  </dgm:ptLst>
  <dgm:cxnLst>
    <dgm:cxn modelId="{B7D57F10-CB86-415F-A524-D62297A7E3E9}" srcId="{74926388-AA5A-43DD-9904-283AAB7A1795}" destId="{2BB1ADB2-5444-478E-A523-EE104BB6D7A5}" srcOrd="1" destOrd="0" parTransId="{4826607E-FB1B-417D-BBFC-695A5831E6A6}" sibTransId="{ED2E3B63-A5C1-4D90-9E1A-44C52AB6E09D}"/>
    <dgm:cxn modelId="{99037112-182C-4BE3-AE76-D087FF09DEDC}" srcId="{74926388-AA5A-43DD-9904-283AAB7A1795}" destId="{7AED458D-7FBE-40FE-8C2C-152BFD461E76}" srcOrd="4" destOrd="0" parTransId="{9A8ABC44-CDCA-4C9F-BBCB-7B522B7C7C61}" sibTransId="{18703457-32C9-4CF0-B6DC-64E421DCD496}"/>
    <dgm:cxn modelId="{69A11C48-42F7-4F01-B2E4-4139164D1030}" srcId="{74926388-AA5A-43DD-9904-283AAB7A1795}" destId="{56051EE8-BF4F-42D7-9282-2210D0B95DB2}" srcOrd="5" destOrd="0" parTransId="{9E50DCD7-C46B-471F-8F10-411A1DE2B93A}" sibTransId="{8752361C-9E26-4912-AA86-57F06B4D07C0}"/>
    <dgm:cxn modelId="{65CDD26B-1C0B-4841-9840-342DCA7BD72E}" type="presOf" srcId="{7AED458D-7FBE-40FE-8C2C-152BFD461E76}" destId="{7DF2B565-0A8E-441A-BF4A-09FFA3B777CF}" srcOrd="0" destOrd="0" presId="urn:microsoft.com/office/officeart/2005/8/layout/chevron1"/>
    <dgm:cxn modelId="{C25AD26C-8D7C-40FC-B5E8-87A42870A63C}" type="presOf" srcId="{645A83FE-D5F5-431D-A91C-20B6BEBFD24C}" destId="{5B7CCF94-BFA4-4CDA-9E06-30CE5A77BB15}" srcOrd="0" destOrd="0" presId="urn:microsoft.com/office/officeart/2005/8/layout/chevron1"/>
    <dgm:cxn modelId="{20269858-B01C-4867-B5D6-FD2C312B0C45}" type="presOf" srcId="{345B82C6-C3A8-4455-AED9-406B0A726BDB}" destId="{1C03E8E1-5A22-4F31-9843-0BF10B12B0A0}" srcOrd="0" destOrd="0" presId="urn:microsoft.com/office/officeart/2005/8/layout/chevron1"/>
    <dgm:cxn modelId="{7ADCAB59-4B58-44C2-959D-96A09B364AA2}" type="presOf" srcId="{74926388-AA5A-43DD-9904-283AAB7A1795}" destId="{EA778BBF-754E-4324-BFE2-D54C8434AA36}" srcOrd="0" destOrd="0" presId="urn:microsoft.com/office/officeart/2005/8/layout/chevron1"/>
    <dgm:cxn modelId="{1C745C7B-7016-47AF-BC34-AE7297F30ADE}" srcId="{74926388-AA5A-43DD-9904-283AAB7A1795}" destId="{E3A44B3F-2511-4944-90F1-BD25C1F1B5F7}" srcOrd="6" destOrd="0" parTransId="{6114E150-CB88-42BA-A7BC-688E29B96DCC}" sibTransId="{17554E49-4B88-4F62-9A64-2BE51DB30324}"/>
    <dgm:cxn modelId="{B33CD47E-80AD-4D54-9CDA-4CF2E34D631F}" type="presOf" srcId="{9F995C28-A183-4214-A84F-B1C9250840F4}" destId="{D60B580D-8CF1-49D4-B936-37A5041F6C2F}" srcOrd="0" destOrd="0" presId="urn:microsoft.com/office/officeart/2005/8/layout/chevron1"/>
    <dgm:cxn modelId="{ED112A92-B3FC-42BA-BB91-66BF69BB648A}" srcId="{74926388-AA5A-43DD-9904-283AAB7A1795}" destId="{345B82C6-C3A8-4455-AED9-406B0A726BDB}" srcOrd="8" destOrd="0" parTransId="{FB436EFA-28C6-4484-84C5-98F7C4DD8311}" sibTransId="{CF412F56-9576-4BD5-88F3-A100EE1B4921}"/>
    <dgm:cxn modelId="{1AAF4B96-FCB8-4941-92B5-B6CB3301B508}" srcId="{74926388-AA5A-43DD-9904-283AAB7A1795}" destId="{BDA3B446-113C-4FEB-9E33-DDF1892DBBB7}" srcOrd="7" destOrd="0" parTransId="{DB5ADA42-99B0-40FC-8256-FEF5852BE3BA}" sibTransId="{6A975F97-9C65-4298-A09D-CC3F328649DD}"/>
    <dgm:cxn modelId="{9A6BB7A9-26A2-448D-8B82-C192186BDBC9}" type="presOf" srcId="{BDA3B446-113C-4FEB-9E33-DDF1892DBBB7}" destId="{58BF254E-31F2-435A-AE3D-A45C57DF916C}" srcOrd="0" destOrd="0" presId="urn:microsoft.com/office/officeart/2005/8/layout/chevron1"/>
    <dgm:cxn modelId="{0FAE60B7-1A6D-4944-973C-2BEA8B6A704E}" type="presOf" srcId="{56051EE8-BF4F-42D7-9282-2210D0B95DB2}" destId="{B8574698-9433-420B-B19B-F4E8633AA23B}" srcOrd="0" destOrd="0" presId="urn:microsoft.com/office/officeart/2005/8/layout/chevron1"/>
    <dgm:cxn modelId="{AC0D79BD-51AA-497C-BAA2-9F454E28E3F1}" srcId="{74926388-AA5A-43DD-9904-283AAB7A1795}" destId="{5E4EE46D-E710-48B4-A012-61A810D326C5}" srcOrd="0" destOrd="0" parTransId="{D6E90C6E-184A-45DF-B0AF-C3560A97651B}" sibTransId="{637C1F3D-AD5B-474E-90B2-C138DBE65A7F}"/>
    <dgm:cxn modelId="{5FC3E5C4-F3E0-4CA0-A4E1-C95D9FE07F9B}" srcId="{74926388-AA5A-43DD-9904-283AAB7A1795}" destId="{9F995C28-A183-4214-A84F-B1C9250840F4}" srcOrd="2" destOrd="0" parTransId="{CDF14534-CA9F-4E29-A27E-316AA69D79A7}" sibTransId="{CBC28811-E029-47F2-B13E-0D01A81D0CD5}"/>
    <dgm:cxn modelId="{7FCFEFE1-81E8-4A30-856C-2582A37FB946}" type="presOf" srcId="{2BB1ADB2-5444-478E-A523-EE104BB6D7A5}" destId="{873A084E-2B6A-429D-94BE-B8A2F93E59BD}" srcOrd="0" destOrd="0" presId="urn:microsoft.com/office/officeart/2005/8/layout/chevron1"/>
    <dgm:cxn modelId="{B5AC47F1-BA1F-4145-B7BB-8FDE7096B05B}" srcId="{74926388-AA5A-43DD-9904-283AAB7A1795}" destId="{645A83FE-D5F5-431D-A91C-20B6BEBFD24C}" srcOrd="3" destOrd="0" parTransId="{AB383FA7-9D4C-4DE7-9E50-983F7C34938E}" sibTransId="{1D85AB95-7B1B-4053-B747-720D8B88EFAD}"/>
    <dgm:cxn modelId="{695856F5-0A66-4313-A47F-94C9641A6DD7}" type="presOf" srcId="{E3A44B3F-2511-4944-90F1-BD25C1F1B5F7}" destId="{3DA55AF3-A82A-467D-96D8-9100C08F33A4}" srcOrd="0" destOrd="0" presId="urn:microsoft.com/office/officeart/2005/8/layout/chevron1"/>
    <dgm:cxn modelId="{9DD733FF-6A8D-4FBF-8495-E671F95D8FD0}" type="presOf" srcId="{5E4EE46D-E710-48B4-A012-61A810D326C5}" destId="{3319C834-8582-432B-B32B-AE320A7286E9}" srcOrd="0" destOrd="0" presId="urn:microsoft.com/office/officeart/2005/8/layout/chevron1"/>
    <dgm:cxn modelId="{094476A5-E9F5-4883-86B2-6526C6912A13}" type="presParOf" srcId="{EA778BBF-754E-4324-BFE2-D54C8434AA36}" destId="{3319C834-8582-432B-B32B-AE320A7286E9}" srcOrd="0" destOrd="0" presId="urn:microsoft.com/office/officeart/2005/8/layout/chevron1"/>
    <dgm:cxn modelId="{5E38BA08-8F82-487D-AD26-2B7BC310769D}" type="presParOf" srcId="{EA778BBF-754E-4324-BFE2-D54C8434AA36}" destId="{B2C4C985-AEA8-4EB7-8609-E2EFABDFE5A6}" srcOrd="1" destOrd="0" presId="urn:microsoft.com/office/officeart/2005/8/layout/chevron1"/>
    <dgm:cxn modelId="{48E48DED-5096-4535-9339-7652F0FB7D93}" type="presParOf" srcId="{EA778BBF-754E-4324-BFE2-D54C8434AA36}" destId="{873A084E-2B6A-429D-94BE-B8A2F93E59BD}" srcOrd="2" destOrd="0" presId="urn:microsoft.com/office/officeart/2005/8/layout/chevron1"/>
    <dgm:cxn modelId="{E29B9960-DFDE-4A5B-951A-555AEF9572E1}" type="presParOf" srcId="{EA778BBF-754E-4324-BFE2-D54C8434AA36}" destId="{7B7EA429-F6A6-46F2-BA26-C8720C994114}" srcOrd="3" destOrd="0" presId="urn:microsoft.com/office/officeart/2005/8/layout/chevron1"/>
    <dgm:cxn modelId="{C0C7DB87-11CB-461C-8282-33EBFBBFE057}" type="presParOf" srcId="{EA778BBF-754E-4324-BFE2-D54C8434AA36}" destId="{D60B580D-8CF1-49D4-B936-37A5041F6C2F}" srcOrd="4" destOrd="0" presId="urn:microsoft.com/office/officeart/2005/8/layout/chevron1"/>
    <dgm:cxn modelId="{5204ECC5-0988-4456-8609-01418A68FA3A}" type="presParOf" srcId="{EA778BBF-754E-4324-BFE2-D54C8434AA36}" destId="{56DE67C1-12AC-4537-B091-DD3CA434F618}" srcOrd="5" destOrd="0" presId="urn:microsoft.com/office/officeart/2005/8/layout/chevron1"/>
    <dgm:cxn modelId="{857D91D0-BBBE-44E0-8F0A-C4FA62B012AE}" type="presParOf" srcId="{EA778BBF-754E-4324-BFE2-D54C8434AA36}" destId="{5B7CCF94-BFA4-4CDA-9E06-30CE5A77BB15}" srcOrd="6" destOrd="0" presId="urn:microsoft.com/office/officeart/2005/8/layout/chevron1"/>
    <dgm:cxn modelId="{A7185737-2EB3-4421-9A19-C1C156216B6D}" type="presParOf" srcId="{EA778BBF-754E-4324-BFE2-D54C8434AA36}" destId="{7EA8DAA0-B55D-43E6-9C4C-83828E6BFB9E}" srcOrd="7" destOrd="0" presId="urn:microsoft.com/office/officeart/2005/8/layout/chevron1"/>
    <dgm:cxn modelId="{9054ED70-8DF1-4953-9657-BF17E9155F76}" type="presParOf" srcId="{EA778BBF-754E-4324-BFE2-D54C8434AA36}" destId="{7DF2B565-0A8E-441A-BF4A-09FFA3B777CF}" srcOrd="8" destOrd="0" presId="urn:microsoft.com/office/officeart/2005/8/layout/chevron1"/>
    <dgm:cxn modelId="{CF84ACB4-49B6-4786-B9C5-EE925A704FCD}" type="presParOf" srcId="{EA778BBF-754E-4324-BFE2-D54C8434AA36}" destId="{AA99DE5C-DA84-4517-856A-A8B4671DBC49}" srcOrd="9" destOrd="0" presId="urn:microsoft.com/office/officeart/2005/8/layout/chevron1"/>
    <dgm:cxn modelId="{120DFCC2-7C9E-4571-BF12-46C78B71A2BF}" type="presParOf" srcId="{EA778BBF-754E-4324-BFE2-D54C8434AA36}" destId="{B8574698-9433-420B-B19B-F4E8633AA23B}" srcOrd="10" destOrd="0" presId="urn:microsoft.com/office/officeart/2005/8/layout/chevron1"/>
    <dgm:cxn modelId="{63D64F1D-0FB8-4B36-AEA3-DBE16B8681F0}" type="presParOf" srcId="{EA778BBF-754E-4324-BFE2-D54C8434AA36}" destId="{3CE66576-19CB-46E4-A098-35B9A47A0E08}" srcOrd="11" destOrd="0" presId="urn:microsoft.com/office/officeart/2005/8/layout/chevron1"/>
    <dgm:cxn modelId="{568250B3-87AE-4EC0-B6EE-DCDBEFFA0B98}" type="presParOf" srcId="{EA778BBF-754E-4324-BFE2-D54C8434AA36}" destId="{3DA55AF3-A82A-467D-96D8-9100C08F33A4}" srcOrd="12" destOrd="0" presId="urn:microsoft.com/office/officeart/2005/8/layout/chevron1"/>
    <dgm:cxn modelId="{44579AE7-EA35-470A-910A-9D634905E206}" type="presParOf" srcId="{EA778BBF-754E-4324-BFE2-D54C8434AA36}" destId="{44DDEBAB-4643-4DE8-9CB8-C0167936A168}" srcOrd="13" destOrd="0" presId="urn:microsoft.com/office/officeart/2005/8/layout/chevron1"/>
    <dgm:cxn modelId="{EF026313-1FCB-415D-B2CA-0A2E825FD3ED}" type="presParOf" srcId="{EA778BBF-754E-4324-BFE2-D54C8434AA36}" destId="{58BF254E-31F2-435A-AE3D-A45C57DF916C}" srcOrd="14" destOrd="0" presId="urn:microsoft.com/office/officeart/2005/8/layout/chevron1"/>
    <dgm:cxn modelId="{C1F96F28-46CE-4883-B5DF-537E8BE7CFD0}" type="presParOf" srcId="{EA778BBF-754E-4324-BFE2-D54C8434AA36}" destId="{76D32DC1-986D-49D9-8331-623098EF9374}" srcOrd="15" destOrd="0" presId="urn:microsoft.com/office/officeart/2005/8/layout/chevron1"/>
    <dgm:cxn modelId="{B5F378A7-6BCC-445B-BCA9-334588C62017}" type="presParOf" srcId="{EA778BBF-754E-4324-BFE2-D54C8434AA36}" destId="{1C03E8E1-5A22-4F31-9843-0BF10B12B0A0}" srcOrd="16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74926388-AA5A-43DD-9904-283AAB7A1795}" type="doc">
      <dgm:prSet loTypeId="urn:microsoft.com/office/officeart/2005/8/layout/chevron1" loCatId="process" qsTypeId="urn:microsoft.com/office/officeart/2005/8/quickstyle/simple1" qsCatId="simple" csTypeId="urn:microsoft.com/office/officeart/2005/8/colors/accent1_2" csCatId="accent1" phldr="1"/>
      <dgm:spPr/>
    </dgm:pt>
    <dgm:pt modelId="{5E4EE46D-E710-48B4-A012-61A810D326C5}">
      <dgm:prSet phldrT="[Text]"/>
      <dgm:spPr>
        <a:solidFill>
          <a:schemeClr val="bg1">
            <a:lumMod val="85000"/>
          </a:schemeClr>
        </a:solidFill>
      </dgm:spPr>
      <dgm:t>
        <a:bodyPr/>
        <a:lstStyle/>
        <a:p>
          <a:r>
            <a:rPr lang="en-AU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Project Background &amp; Problem Statement</a:t>
          </a:r>
        </a:p>
      </dgm:t>
    </dgm:pt>
    <dgm:pt modelId="{D6E90C6E-184A-45DF-B0AF-C3560A97651B}" type="parTrans" cxnId="{AC0D79BD-51AA-497C-BAA2-9F454E28E3F1}">
      <dgm:prSet/>
      <dgm:spPr/>
      <dgm:t>
        <a:bodyPr/>
        <a:lstStyle/>
        <a:p>
          <a:endParaRPr lang="en-AU"/>
        </a:p>
      </dgm:t>
    </dgm:pt>
    <dgm:pt modelId="{637C1F3D-AD5B-474E-90B2-C138DBE65A7F}" type="sibTrans" cxnId="{AC0D79BD-51AA-497C-BAA2-9F454E28E3F1}">
      <dgm:prSet/>
      <dgm:spPr/>
      <dgm:t>
        <a:bodyPr/>
        <a:lstStyle/>
        <a:p>
          <a:endParaRPr lang="en-AU"/>
        </a:p>
      </dgm:t>
    </dgm:pt>
    <dgm:pt modelId="{2BB1ADB2-5444-478E-A523-EE104BB6D7A5}">
      <dgm:prSet phldrT="[Text]"/>
      <dgm:spPr>
        <a:ln>
          <a:solidFill>
            <a:srgbClr val="FF0000"/>
          </a:solidFill>
        </a:ln>
      </dgm:spPr>
      <dgm:t>
        <a:bodyPr/>
        <a:lstStyle/>
        <a:p>
          <a:r>
            <a:rPr lang="en-AU" b="1" noProof="0" dirty="0">
              <a:solidFill>
                <a:srgbClr val="FFC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Methodology &amp; Approach</a:t>
          </a:r>
          <a:endParaRPr lang="en-AU" b="1" dirty="0">
            <a:solidFill>
              <a:srgbClr val="FFC000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4826607E-FB1B-417D-BBFC-695A5831E6A6}" type="parTrans" cxnId="{B7D57F10-CB86-415F-A524-D62297A7E3E9}">
      <dgm:prSet/>
      <dgm:spPr/>
      <dgm:t>
        <a:bodyPr/>
        <a:lstStyle/>
        <a:p>
          <a:endParaRPr lang="en-AU"/>
        </a:p>
      </dgm:t>
    </dgm:pt>
    <dgm:pt modelId="{ED2E3B63-A5C1-4D90-9E1A-44C52AB6E09D}" type="sibTrans" cxnId="{B7D57F10-CB86-415F-A524-D62297A7E3E9}">
      <dgm:prSet/>
      <dgm:spPr/>
      <dgm:t>
        <a:bodyPr/>
        <a:lstStyle/>
        <a:p>
          <a:endParaRPr lang="en-AU"/>
        </a:p>
      </dgm:t>
    </dgm:pt>
    <dgm:pt modelId="{9F995C28-A183-4214-A84F-B1C9250840F4}">
      <dgm:prSet phldrT="[Text]"/>
      <dgm:spPr/>
      <dgm:t>
        <a:bodyPr/>
        <a:lstStyle/>
        <a:p>
          <a:r>
            <a:rPr lang="en-AU" noProof="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Justification of Techniques</a:t>
          </a:r>
          <a:endParaRPr lang="en-AU" dirty="0">
            <a:solidFill>
              <a:schemeClr val="bg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CDF14534-CA9F-4E29-A27E-316AA69D79A7}" type="parTrans" cxnId="{5FC3E5C4-F3E0-4CA0-A4E1-C95D9FE07F9B}">
      <dgm:prSet/>
      <dgm:spPr/>
      <dgm:t>
        <a:bodyPr/>
        <a:lstStyle/>
        <a:p>
          <a:endParaRPr lang="en-AU"/>
        </a:p>
      </dgm:t>
    </dgm:pt>
    <dgm:pt modelId="{CBC28811-E029-47F2-B13E-0D01A81D0CD5}" type="sibTrans" cxnId="{5FC3E5C4-F3E0-4CA0-A4E1-C95D9FE07F9B}">
      <dgm:prSet/>
      <dgm:spPr/>
      <dgm:t>
        <a:bodyPr/>
        <a:lstStyle/>
        <a:p>
          <a:endParaRPr lang="en-AU"/>
        </a:p>
      </dgm:t>
    </dgm:pt>
    <dgm:pt modelId="{645A83FE-D5F5-431D-A91C-20B6BEBFD24C}">
      <dgm:prSet/>
      <dgm:spPr/>
      <dgm:t>
        <a:bodyPr/>
        <a:lstStyle/>
        <a:p>
          <a:r>
            <a:rPr lang="en-AU" noProof="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Architecture Consistency &amp; Design</a:t>
          </a:r>
          <a:endParaRPr lang="en-AU" dirty="0">
            <a:solidFill>
              <a:schemeClr val="bg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AB383FA7-9D4C-4DE7-9E50-983F7C34938E}" type="parTrans" cxnId="{B5AC47F1-BA1F-4145-B7BB-8FDE7096B05B}">
      <dgm:prSet/>
      <dgm:spPr/>
      <dgm:t>
        <a:bodyPr/>
        <a:lstStyle/>
        <a:p>
          <a:endParaRPr lang="en-AU"/>
        </a:p>
      </dgm:t>
    </dgm:pt>
    <dgm:pt modelId="{1D85AB95-7B1B-4053-B747-720D8B88EFAD}" type="sibTrans" cxnId="{B5AC47F1-BA1F-4145-B7BB-8FDE7096B05B}">
      <dgm:prSet/>
      <dgm:spPr/>
      <dgm:t>
        <a:bodyPr/>
        <a:lstStyle/>
        <a:p>
          <a:endParaRPr lang="en-AU"/>
        </a:p>
      </dgm:t>
    </dgm:pt>
    <dgm:pt modelId="{7AED458D-7FBE-40FE-8C2C-152BFD461E76}">
      <dgm:prSet/>
      <dgm:spPr/>
      <dgm:t>
        <a:bodyPr/>
        <a:lstStyle/>
        <a:p>
          <a:r>
            <a:rPr lang="en-AU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Visual Walkthrough (Sample Dashboard)</a:t>
          </a:r>
        </a:p>
      </dgm:t>
    </dgm:pt>
    <dgm:pt modelId="{9A8ABC44-CDCA-4C9F-BBCB-7B522B7C7C61}" type="parTrans" cxnId="{99037112-182C-4BE3-AE76-D087FF09DEDC}">
      <dgm:prSet/>
      <dgm:spPr/>
      <dgm:t>
        <a:bodyPr/>
        <a:lstStyle/>
        <a:p>
          <a:endParaRPr lang="en-AU"/>
        </a:p>
      </dgm:t>
    </dgm:pt>
    <dgm:pt modelId="{18703457-32C9-4CF0-B6DC-64E421DCD496}" type="sibTrans" cxnId="{99037112-182C-4BE3-AE76-D087FF09DEDC}">
      <dgm:prSet/>
      <dgm:spPr/>
      <dgm:t>
        <a:bodyPr/>
        <a:lstStyle/>
        <a:p>
          <a:endParaRPr lang="en-AU"/>
        </a:p>
      </dgm:t>
    </dgm:pt>
    <dgm:pt modelId="{E3A44B3F-2511-4944-90F1-BD25C1F1B5F7}">
      <dgm:prSet/>
      <dgm:spPr/>
      <dgm:t>
        <a:bodyPr/>
        <a:lstStyle/>
        <a:p>
          <a:r>
            <a:rPr lang="en-AU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Value Delivered to Secora</a:t>
          </a:r>
        </a:p>
      </dgm:t>
    </dgm:pt>
    <dgm:pt modelId="{6114E150-CB88-42BA-A7BC-688E29B96DCC}" type="parTrans" cxnId="{1C745C7B-7016-47AF-BC34-AE7297F30ADE}">
      <dgm:prSet/>
      <dgm:spPr/>
      <dgm:t>
        <a:bodyPr/>
        <a:lstStyle/>
        <a:p>
          <a:endParaRPr lang="en-AU"/>
        </a:p>
      </dgm:t>
    </dgm:pt>
    <dgm:pt modelId="{17554E49-4B88-4F62-9A64-2BE51DB30324}" type="sibTrans" cxnId="{1C745C7B-7016-47AF-BC34-AE7297F30ADE}">
      <dgm:prSet/>
      <dgm:spPr/>
      <dgm:t>
        <a:bodyPr/>
        <a:lstStyle/>
        <a:p>
          <a:endParaRPr lang="en-AU"/>
        </a:p>
      </dgm:t>
    </dgm:pt>
    <dgm:pt modelId="{56051EE8-BF4F-42D7-9282-2210D0B95DB2}">
      <dgm:prSet/>
      <dgm:spPr/>
      <dgm:t>
        <a:bodyPr/>
        <a:lstStyle/>
        <a:p>
          <a:r>
            <a:rPr lang="en-AU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Validation &amp; Demo Feedback</a:t>
          </a:r>
        </a:p>
      </dgm:t>
    </dgm:pt>
    <dgm:pt modelId="{9E50DCD7-C46B-471F-8F10-411A1DE2B93A}" type="parTrans" cxnId="{69A11C48-42F7-4F01-B2E4-4139164D1030}">
      <dgm:prSet/>
      <dgm:spPr/>
      <dgm:t>
        <a:bodyPr/>
        <a:lstStyle/>
        <a:p>
          <a:endParaRPr lang="en-AU"/>
        </a:p>
      </dgm:t>
    </dgm:pt>
    <dgm:pt modelId="{8752361C-9E26-4912-AA86-57F06B4D07C0}" type="sibTrans" cxnId="{69A11C48-42F7-4F01-B2E4-4139164D1030}">
      <dgm:prSet/>
      <dgm:spPr/>
      <dgm:t>
        <a:bodyPr/>
        <a:lstStyle/>
        <a:p>
          <a:endParaRPr lang="en-AU"/>
        </a:p>
      </dgm:t>
    </dgm:pt>
    <dgm:pt modelId="{345B82C6-C3A8-4455-AED9-406B0A726BDB}">
      <dgm:prSet/>
      <dgm:spPr/>
      <dgm:t>
        <a:bodyPr/>
        <a:lstStyle/>
        <a:p>
          <a:r>
            <a:rPr lang="en-AU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Reflection &amp; Learning</a:t>
          </a:r>
        </a:p>
      </dgm:t>
    </dgm:pt>
    <dgm:pt modelId="{FB436EFA-28C6-4484-84C5-98F7C4DD8311}" type="parTrans" cxnId="{ED112A92-B3FC-42BA-BB91-66BF69BB648A}">
      <dgm:prSet/>
      <dgm:spPr/>
      <dgm:t>
        <a:bodyPr/>
        <a:lstStyle/>
        <a:p>
          <a:endParaRPr lang="en-AU"/>
        </a:p>
      </dgm:t>
    </dgm:pt>
    <dgm:pt modelId="{CF412F56-9576-4BD5-88F3-A100EE1B4921}" type="sibTrans" cxnId="{ED112A92-B3FC-42BA-BB91-66BF69BB648A}">
      <dgm:prSet/>
      <dgm:spPr/>
      <dgm:t>
        <a:bodyPr/>
        <a:lstStyle/>
        <a:p>
          <a:endParaRPr lang="en-AU"/>
        </a:p>
      </dgm:t>
    </dgm:pt>
    <dgm:pt modelId="{34E89056-2773-43E3-B5C9-ACFC2077BCDA}">
      <dgm:prSet/>
      <dgm:spPr/>
      <dgm:t>
        <a:bodyPr/>
        <a:lstStyle/>
        <a:p>
          <a:r>
            <a:rPr lang="en-AU">
              <a:latin typeface="Times New Roman" panose="02020603050405020304" pitchFamily="18" charset="0"/>
              <a:cs typeface="Times New Roman" panose="02020603050405020304" pitchFamily="18" charset="0"/>
            </a:rPr>
            <a:t>Challenges &amp; Resolutions</a:t>
          </a:r>
        </a:p>
      </dgm:t>
    </dgm:pt>
    <dgm:pt modelId="{E1D2444A-A8DB-4FE5-A1C8-EABF74C65237}" type="parTrans" cxnId="{611F1A81-5910-4D12-A435-76F1F48E3C3D}">
      <dgm:prSet/>
      <dgm:spPr/>
      <dgm:t>
        <a:bodyPr/>
        <a:lstStyle/>
        <a:p>
          <a:endParaRPr lang="en-AU"/>
        </a:p>
      </dgm:t>
    </dgm:pt>
    <dgm:pt modelId="{1FC7762F-1A99-49FF-BE7B-B5CB31AA18E4}" type="sibTrans" cxnId="{611F1A81-5910-4D12-A435-76F1F48E3C3D}">
      <dgm:prSet/>
      <dgm:spPr/>
      <dgm:t>
        <a:bodyPr/>
        <a:lstStyle/>
        <a:p>
          <a:endParaRPr lang="en-AU"/>
        </a:p>
      </dgm:t>
    </dgm:pt>
    <dgm:pt modelId="{EA778BBF-754E-4324-BFE2-D54C8434AA36}" type="pres">
      <dgm:prSet presAssocID="{74926388-AA5A-43DD-9904-283AAB7A1795}" presName="Name0" presStyleCnt="0">
        <dgm:presLayoutVars>
          <dgm:dir/>
          <dgm:animLvl val="lvl"/>
          <dgm:resizeHandles val="exact"/>
        </dgm:presLayoutVars>
      </dgm:prSet>
      <dgm:spPr/>
    </dgm:pt>
    <dgm:pt modelId="{3319C834-8582-432B-B32B-AE320A7286E9}" type="pres">
      <dgm:prSet presAssocID="{5E4EE46D-E710-48B4-A012-61A810D326C5}" presName="parTxOnly" presStyleLbl="node1" presStyleIdx="0" presStyleCnt="9">
        <dgm:presLayoutVars>
          <dgm:chMax val="0"/>
          <dgm:chPref val="0"/>
          <dgm:bulletEnabled val="1"/>
        </dgm:presLayoutVars>
      </dgm:prSet>
      <dgm:spPr/>
    </dgm:pt>
    <dgm:pt modelId="{B2C4C985-AEA8-4EB7-8609-E2EFABDFE5A6}" type="pres">
      <dgm:prSet presAssocID="{637C1F3D-AD5B-474E-90B2-C138DBE65A7F}" presName="parTxOnlySpace" presStyleCnt="0"/>
      <dgm:spPr/>
    </dgm:pt>
    <dgm:pt modelId="{873A084E-2B6A-429D-94BE-B8A2F93E59BD}" type="pres">
      <dgm:prSet presAssocID="{2BB1ADB2-5444-478E-A523-EE104BB6D7A5}" presName="parTxOnly" presStyleLbl="node1" presStyleIdx="1" presStyleCnt="9">
        <dgm:presLayoutVars>
          <dgm:chMax val="0"/>
          <dgm:chPref val="0"/>
          <dgm:bulletEnabled val="1"/>
        </dgm:presLayoutVars>
      </dgm:prSet>
      <dgm:spPr/>
    </dgm:pt>
    <dgm:pt modelId="{7B7EA429-F6A6-46F2-BA26-C8720C994114}" type="pres">
      <dgm:prSet presAssocID="{ED2E3B63-A5C1-4D90-9E1A-44C52AB6E09D}" presName="parTxOnlySpace" presStyleCnt="0"/>
      <dgm:spPr/>
    </dgm:pt>
    <dgm:pt modelId="{D60B580D-8CF1-49D4-B936-37A5041F6C2F}" type="pres">
      <dgm:prSet presAssocID="{9F995C28-A183-4214-A84F-B1C9250840F4}" presName="parTxOnly" presStyleLbl="node1" presStyleIdx="2" presStyleCnt="9">
        <dgm:presLayoutVars>
          <dgm:chMax val="0"/>
          <dgm:chPref val="0"/>
          <dgm:bulletEnabled val="1"/>
        </dgm:presLayoutVars>
      </dgm:prSet>
      <dgm:spPr/>
    </dgm:pt>
    <dgm:pt modelId="{56DE67C1-12AC-4537-B091-DD3CA434F618}" type="pres">
      <dgm:prSet presAssocID="{CBC28811-E029-47F2-B13E-0D01A81D0CD5}" presName="parTxOnlySpace" presStyleCnt="0"/>
      <dgm:spPr/>
    </dgm:pt>
    <dgm:pt modelId="{5B7CCF94-BFA4-4CDA-9E06-30CE5A77BB15}" type="pres">
      <dgm:prSet presAssocID="{645A83FE-D5F5-431D-A91C-20B6BEBFD24C}" presName="parTxOnly" presStyleLbl="node1" presStyleIdx="3" presStyleCnt="9">
        <dgm:presLayoutVars>
          <dgm:chMax val="0"/>
          <dgm:chPref val="0"/>
          <dgm:bulletEnabled val="1"/>
        </dgm:presLayoutVars>
      </dgm:prSet>
      <dgm:spPr/>
    </dgm:pt>
    <dgm:pt modelId="{7EA8DAA0-B55D-43E6-9C4C-83828E6BFB9E}" type="pres">
      <dgm:prSet presAssocID="{1D85AB95-7B1B-4053-B747-720D8B88EFAD}" presName="parTxOnlySpace" presStyleCnt="0"/>
      <dgm:spPr/>
    </dgm:pt>
    <dgm:pt modelId="{7DF2B565-0A8E-441A-BF4A-09FFA3B777CF}" type="pres">
      <dgm:prSet presAssocID="{7AED458D-7FBE-40FE-8C2C-152BFD461E76}" presName="parTxOnly" presStyleLbl="node1" presStyleIdx="4" presStyleCnt="9">
        <dgm:presLayoutVars>
          <dgm:chMax val="0"/>
          <dgm:chPref val="0"/>
          <dgm:bulletEnabled val="1"/>
        </dgm:presLayoutVars>
      </dgm:prSet>
      <dgm:spPr/>
    </dgm:pt>
    <dgm:pt modelId="{AA99DE5C-DA84-4517-856A-A8B4671DBC49}" type="pres">
      <dgm:prSet presAssocID="{18703457-32C9-4CF0-B6DC-64E421DCD496}" presName="parTxOnlySpace" presStyleCnt="0"/>
      <dgm:spPr/>
    </dgm:pt>
    <dgm:pt modelId="{B8574698-9433-420B-B19B-F4E8633AA23B}" type="pres">
      <dgm:prSet presAssocID="{56051EE8-BF4F-42D7-9282-2210D0B95DB2}" presName="parTxOnly" presStyleLbl="node1" presStyleIdx="5" presStyleCnt="9">
        <dgm:presLayoutVars>
          <dgm:chMax val="0"/>
          <dgm:chPref val="0"/>
          <dgm:bulletEnabled val="1"/>
        </dgm:presLayoutVars>
      </dgm:prSet>
      <dgm:spPr/>
    </dgm:pt>
    <dgm:pt modelId="{3CE66576-19CB-46E4-A098-35B9A47A0E08}" type="pres">
      <dgm:prSet presAssocID="{8752361C-9E26-4912-AA86-57F06B4D07C0}" presName="parTxOnlySpace" presStyleCnt="0"/>
      <dgm:spPr/>
    </dgm:pt>
    <dgm:pt modelId="{3DA55AF3-A82A-467D-96D8-9100C08F33A4}" type="pres">
      <dgm:prSet presAssocID="{E3A44B3F-2511-4944-90F1-BD25C1F1B5F7}" presName="parTxOnly" presStyleLbl="node1" presStyleIdx="6" presStyleCnt="9">
        <dgm:presLayoutVars>
          <dgm:chMax val="0"/>
          <dgm:chPref val="0"/>
          <dgm:bulletEnabled val="1"/>
        </dgm:presLayoutVars>
      </dgm:prSet>
      <dgm:spPr/>
    </dgm:pt>
    <dgm:pt modelId="{44DDEBAB-4643-4DE8-9CB8-C0167936A168}" type="pres">
      <dgm:prSet presAssocID="{17554E49-4B88-4F62-9A64-2BE51DB30324}" presName="parTxOnlySpace" presStyleCnt="0"/>
      <dgm:spPr/>
    </dgm:pt>
    <dgm:pt modelId="{AAFB81CE-D740-48D8-AD9A-CF1246CEEC78}" type="pres">
      <dgm:prSet presAssocID="{34E89056-2773-43E3-B5C9-ACFC2077BCDA}" presName="parTxOnly" presStyleLbl="node1" presStyleIdx="7" presStyleCnt="9">
        <dgm:presLayoutVars>
          <dgm:chMax val="0"/>
          <dgm:chPref val="0"/>
          <dgm:bulletEnabled val="1"/>
        </dgm:presLayoutVars>
      </dgm:prSet>
      <dgm:spPr/>
    </dgm:pt>
    <dgm:pt modelId="{0E3A545B-5CC6-4B25-ADAB-5F6D266A1C19}" type="pres">
      <dgm:prSet presAssocID="{1FC7762F-1A99-49FF-BE7B-B5CB31AA18E4}" presName="parTxOnlySpace" presStyleCnt="0"/>
      <dgm:spPr/>
    </dgm:pt>
    <dgm:pt modelId="{1C03E8E1-5A22-4F31-9843-0BF10B12B0A0}" type="pres">
      <dgm:prSet presAssocID="{345B82C6-C3A8-4455-AED9-406B0A726BDB}" presName="parTxOnly" presStyleLbl="node1" presStyleIdx="8" presStyleCnt="9">
        <dgm:presLayoutVars>
          <dgm:chMax val="0"/>
          <dgm:chPref val="0"/>
          <dgm:bulletEnabled val="1"/>
        </dgm:presLayoutVars>
      </dgm:prSet>
      <dgm:spPr/>
    </dgm:pt>
  </dgm:ptLst>
  <dgm:cxnLst>
    <dgm:cxn modelId="{B7D57F10-CB86-415F-A524-D62297A7E3E9}" srcId="{74926388-AA5A-43DD-9904-283AAB7A1795}" destId="{2BB1ADB2-5444-478E-A523-EE104BB6D7A5}" srcOrd="1" destOrd="0" parTransId="{4826607E-FB1B-417D-BBFC-695A5831E6A6}" sibTransId="{ED2E3B63-A5C1-4D90-9E1A-44C52AB6E09D}"/>
    <dgm:cxn modelId="{99037112-182C-4BE3-AE76-D087FF09DEDC}" srcId="{74926388-AA5A-43DD-9904-283AAB7A1795}" destId="{7AED458D-7FBE-40FE-8C2C-152BFD461E76}" srcOrd="4" destOrd="0" parTransId="{9A8ABC44-CDCA-4C9F-BBCB-7B522B7C7C61}" sibTransId="{18703457-32C9-4CF0-B6DC-64E421DCD496}"/>
    <dgm:cxn modelId="{A8D1DB23-63AC-4810-94B4-D92D953C2713}" type="presOf" srcId="{2BB1ADB2-5444-478E-A523-EE104BB6D7A5}" destId="{873A084E-2B6A-429D-94BE-B8A2F93E59BD}" srcOrd="0" destOrd="0" presId="urn:microsoft.com/office/officeart/2005/8/layout/chevron1"/>
    <dgm:cxn modelId="{98661A38-A1A8-4D52-917B-B55C38F7F52A}" type="presOf" srcId="{9F995C28-A183-4214-A84F-B1C9250840F4}" destId="{D60B580D-8CF1-49D4-B936-37A5041F6C2F}" srcOrd="0" destOrd="0" presId="urn:microsoft.com/office/officeart/2005/8/layout/chevron1"/>
    <dgm:cxn modelId="{69A11C48-42F7-4F01-B2E4-4139164D1030}" srcId="{74926388-AA5A-43DD-9904-283AAB7A1795}" destId="{56051EE8-BF4F-42D7-9282-2210D0B95DB2}" srcOrd="5" destOrd="0" parTransId="{9E50DCD7-C46B-471F-8F10-411A1DE2B93A}" sibTransId="{8752361C-9E26-4912-AA86-57F06B4D07C0}"/>
    <dgm:cxn modelId="{7ADCAB59-4B58-44C2-959D-96A09B364AA2}" type="presOf" srcId="{74926388-AA5A-43DD-9904-283AAB7A1795}" destId="{EA778BBF-754E-4324-BFE2-D54C8434AA36}" srcOrd="0" destOrd="0" presId="urn:microsoft.com/office/officeart/2005/8/layout/chevron1"/>
    <dgm:cxn modelId="{52D0BD5A-DFEE-4ECF-AC10-FD58D128526E}" type="presOf" srcId="{56051EE8-BF4F-42D7-9282-2210D0B95DB2}" destId="{B8574698-9433-420B-B19B-F4E8633AA23B}" srcOrd="0" destOrd="0" presId="urn:microsoft.com/office/officeart/2005/8/layout/chevron1"/>
    <dgm:cxn modelId="{1C745C7B-7016-47AF-BC34-AE7297F30ADE}" srcId="{74926388-AA5A-43DD-9904-283AAB7A1795}" destId="{E3A44B3F-2511-4944-90F1-BD25C1F1B5F7}" srcOrd="6" destOrd="0" parTransId="{6114E150-CB88-42BA-A7BC-688E29B96DCC}" sibTransId="{17554E49-4B88-4F62-9A64-2BE51DB30324}"/>
    <dgm:cxn modelId="{611F1A81-5910-4D12-A435-76F1F48E3C3D}" srcId="{74926388-AA5A-43DD-9904-283AAB7A1795}" destId="{34E89056-2773-43E3-B5C9-ACFC2077BCDA}" srcOrd="7" destOrd="0" parTransId="{E1D2444A-A8DB-4FE5-A1C8-EABF74C65237}" sibTransId="{1FC7762F-1A99-49FF-BE7B-B5CB31AA18E4}"/>
    <dgm:cxn modelId="{A59C458E-F888-4631-B846-62815E8C28DF}" type="presOf" srcId="{E3A44B3F-2511-4944-90F1-BD25C1F1B5F7}" destId="{3DA55AF3-A82A-467D-96D8-9100C08F33A4}" srcOrd="0" destOrd="0" presId="urn:microsoft.com/office/officeart/2005/8/layout/chevron1"/>
    <dgm:cxn modelId="{ED112A92-B3FC-42BA-BB91-66BF69BB648A}" srcId="{74926388-AA5A-43DD-9904-283AAB7A1795}" destId="{345B82C6-C3A8-4455-AED9-406B0A726BDB}" srcOrd="8" destOrd="0" parTransId="{FB436EFA-28C6-4484-84C5-98F7C4DD8311}" sibTransId="{CF412F56-9576-4BD5-88F3-A100EE1B4921}"/>
    <dgm:cxn modelId="{0332C99B-D6FC-45E8-AEA5-27D439DF2AC2}" type="presOf" srcId="{34E89056-2773-43E3-B5C9-ACFC2077BCDA}" destId="{AAFB81CE-D740-48D8-AD9A-CF1246CEEC78}" srcOrd="0" destOrd="0" presId="urn:microsoft.com/office/officeart/2005/8/layout/chevron1"/>
    <dgm:cxn modelId="{AD7677B4-DFF9-4F75-9A36-59CCB0299816}" type="presOf" srcId="{645A83FE-D5F5-431D-A91C-20B6BEBFD24C}" destId="{5B7CCF94-BFA4-4CDA-9E06-30CE5A77BB15}" srcOrd="0" destOrd="0" presId="urn:microsoft.com/office/officeart/2005/8/layout/chevron1"/>
    <dgm:cxn modelId="{AC0D79BD-51AA-497C-BAA2-9F454E28E3F1}" srcId="{74926388-AA5A-43DD-9904-283AAB7A1795}" destId="{5E4EE46D-E710-48B4-A012-61A810D326C5}" srcOrd="0" destOrd="0" parTransId="{D6E90C6E-184A-45DF-B0AF-C3560A97651B}" sibTransId="{637C1F3D-AD5B-474E-90B2-C138DBE65A7F}"/>
    <dgm:cxn modelId="{5FC3E5C4-F3E0-4CA0-A4E1-C95D9FE07F9B}" srcId="{74926388-AA5A-43DD-9904-283AAB7A1795}" destId="{9F995C28-A183-4214-A84F-B1C9250840F4}" srcOrd="2" destOrd="0" parTransId="{CDF14534-CA9F-4E29-A27E-316AA69D79A7}" sibTransId="{CBC28811-E029-47F2-B13E-0D01A81D0CD5}"/>
    <dgm:cxn modelId="{6B1102EA-6AD1-4AB4-A4C9-C592E3BD7F99}" type="presOf" srcId="{5E4EE46D-E710-48B4-A012-61A810D326C5}" destId="{3319C834-8582-432B-B32B-AE320A7286E9}" srcOrd="0" destOrd="0" presId="urn:microsoft.com/office/officeart/2005/8/layout/chevron1"/>
    <dgm:cxn modelId="{AAD7EDED-9D63-456F-B088-C4A6197CFD7B}" type="presOf" srcId="{7AED458D-7FBE-40FE-8C2C-152BFD461E76}" destId="{7DF2B565-0A8E-441A-BF4A-09FFA3B777CF}" srcOrd="0" destOrd="0" presId="urn:microsoft.com/office/officeart/2005/8/layout/chevron1"/>
    <dgm:cxn modelId="{DEEACCEE-AEB6-4C96-96ED-075DC085F491}" type="presOf" srcId="{345B82C6-C3A8-4455-AED9-406B0A726BDB}" destId="{1C03E8E1-5A22-4F31-9843-0BF10B12B0A0}" srcOrd="0" destOrd="0" presId="urn:microsoft.com/office/officeart/2005/8/layout/chevron1"/>
    <dgm:cxn modelId="{B5AC47F1-BA1F-4145-B7BB-8FDE7096B05B}" srcId="{74926388-AA5A-43DD-9904-283AAB7A1795}" destId="{645A83FE-D5F5-431D-A91C-20B6BEBFD24C}" srcOrd="3" destOrd="0" parTransId="{AB383FA7-9D4C-4DE7-9E50-983F7C34938E}" sibTransId="{1D85AB95-7B1B-4053-B747-720D8B88EFAD}"/>
    <dgm:cxn modelId="{79CC8DB4-BA51-43F7-B697-6062256F6218}" type="presParOf" srcId="{EA778BBF-754E-4324-BFE2-D54C8434AA36}" destId="{3319C834-8582-432B-B32B-AE320A7286E9}" srcOrd="0" destOrd="0" presId="urn:microsoft.com/office/officeart/2005/8/layout/chevron1"/>
    <dgm:cxn modelId="{570E9428-95AC-4EC1-A6C4-089FE653B847}" type="presParOf" srcId="{EA778BBF-754E-4324-BFE2-D54C8434AA36}" destId="{B2C4C985-AEA8-4EB7-8609-E2EFABDFE5A6}" srcOrd="1" destOrd="0" presId="urn:microsoft.com/office/officeart/2005/8/layout/chevron1"/>
    <dgm:cxn modelId="{46F0BFA8-5065-4A9D-8791-B481DF15D096}" type="presParOf" srcId="{EA778BBF-754E-4324-BFE2-D54C8434AA36}" destId="{873A084E-2B6A-429D-94BE-B8A2F93E59BD}" srcOrd="2" destOrd="0" presId="urn:microsoft.com/office/officeart/2005/8/layout/chevron1"/>
    <dgm:cxn modelId="{D29AFE59-DFF8-46EF-BCD2-CB292251A564}" type="presParOf" srcId="{EA778BBF-754E-4324-BFE2-D54C8434AA36}" destId="{7B7EA429-F6A6-46F2-BA26-C8720C994114}" srcOrd="3" destOrd="0" presId="urn:microsoft.com/office/officeart/2005/8/layout/chevron1"/>
    <dgm:cxn modelId="{A3DEB57D-C428-4B13-B894-A07D1C9F500E}" type="presParOf" srcId="{EA778BBF-754E-4324-BFE2-D54C8434AA36}" destId="{D60B580D-8CF1-49D4-B936-37A5041F6C2F}" srcOrd="4" destOrd="0" presId="urn:microsoft.com/office/officeart/2005/8/layout/chevron1"/>
    <dgm:cxn modelId="{65E52D6B-F0EB-4A59-B1B0-2D9D5F4ED340}" type="presParOf" srcId="{EA778BBF-754E-4324-BFE2-D54C8434AA36}" destId="{56DE67C1-12AC-4537-B091-DD3CA434F618}" srcOrd="5" destOrd="0" presId="urn:microsoft.com/office/officeart/2005/8/layout/chevron1"/>
    <dgm:cxn modelId="{F7517997-359E-43B8-BB4F-5CA9F8950DD9}" type="presParOf" srcId="{EA778BBF-754E-4324-BFE2-D54C8434AA36}" destId="{5B7CCF94-BFA4-4CDA-9E06-30CE5A77BB15}" srcOrd="6" destOrd="0" presId="urn:microsoft.com/office/officeart/2005/8/layout/chevron1"/>
    <dgm:cxn modelId="{D0A4E01A-148E-4C16-A38F-AE148622070B}" type="presParOf" srcId="{EA778BBF-754E-4324-BFE2-D54C8434AA36}" destId="{7EA8DAA0-B55D-43E6-9C4C-83828E6BFB9E}" srcOrd="7" destOrd="0" presId="urn:microsoft.com/office/officeart/2005/8/layout/chevron1"/>
    <dgm:cxn modelId="{4624C1FF-96B8-40CD-A9AD-64ADCF0FE567}" type="presParOf" srcId="{EA778BBF-754E-4324-BFE2-D54C8434AA36}" destId="{7DF2B565-0A8E-441A-BF4A-09FFA3B777CF}" srcOrd="8" destOrd="0" presId="urn:microsoft.com/office/officeart/2005/8/layout/chevron1"/>
    <dgm:cxn modelId="{F486F361-6AE9-4192-814D-E935BFD83600}" type="presParOf" srcId="{EA778BBF-754E-4324-BFE2-D54C8434AA36}" destId="{AA99DE5C-DA84-4517-856A-A8B4671DBC49}" srcOrd="9" destOrd="0" presId="urn:microsoft.com/office/officeart/2005/8/layout/chevron1"/>
    <dgm:cxn modelId="{C0B3121D-18E0-43A7-B44A-A4529396BCF6}" type="presParOf" srcId="{EA778BBF-754E-4324-BFE2-D54C8434AA36}" destId="{B8574698-9433-420B-B19B-F4E8633AA23B}" srcOrd="10" destOrd="0" presId="urn:microsoft.com/office/officeart/2005/8/layout/chevron1"/>
    <dgm:cxn modelId="{0B93AC44-9167-42A9-B31A-0CC06037BBC3}" type="presParOf" srcId="{EA778BBF-754E-4324-BFE2-D54C8434AA36}" destId="{3CE66576-19CB-46E4-A098-35B9A47A0E08}" srcOrd="11" destOrd="0" presId="urn:microsoft.com/office/officeart/2005/8/layout/chevron1"/>
    <dgm:cxn modelId="{6D3778ED-EC17-47F2-B77B-F375778BFFE9}" type="presParOf" srcId="{EA778BBF-754E-4324-BFE2-D54C8434AA36}" destId="{3DA55AF3-A82A-467D-96D8-9100C08F33A4}" srcOrd="12" destOrd="0" presId="urn:microsoft.com/office/officeart/2005/8/layout/chevron1"/>
    <dgm:cxn modelId="{0A7B6505-24A3-4563-8089-5BE63ABA1DB1}" type="presParOf" srcId="{EA778BBF-754E-4324-BFE2-D54C8434AA36}" destId="{44DDEBAB-4643-4DE8-9CB8-C0167936A168}" srcOrd="13" destOrd="0" presId="urn:microsoft.com/office/officeart/2005/8/layout/chevron1"/>
    <dgm:cxn modelId="{B147DE47-9C0F-47AD-8302-0FF10E8724DA}" type="presParOf" srcId="{EA778BBF-754E-4324-BFE2-D54C8434AA36}" destId="{AAFB81CE-D740-48D8-AD9A-CF1246CEEC78}" srcOrd="14" destOrd="0" presId="urn:microsoft.com/office/officeart/2005/8/layout/chevron1"/>
    <dgm:cxn modelId="{DB2C1B9B-5D35-4069-852E-2EAB6E1188C7}" type="presParOf" srcId="{EA778BBF-754E-4324-BFE2-D54C8434AA36}" destId="{0E3A545B-5CC6-4B25-ADAB-5F6D266A1C19}" srcOrd="15" destOrd="0" presId="urn:microsoft.com/office/officeart/2005/8/layout/chevron1"/>
    <dgm:cxn modelId="{9B9C2092-DA73-48C0-B1B6-A75A27B33F06}" type="presParOf" srcId="{EA778BBF-754E-4324-BFE2-D54C8434AA36}" destId="{1C03E8E1-5A22-4F31-9843-0BF10B12B0A0}" srcOrd="16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74926388-AA5A-43DD-9904-283AAB7A1795}" type="doc">
      <dgm:prSet loTypeId="urn:microsoft.com/office/officeart/2005/8/layout/chevron1" loCatId="process" qsTypeId="urn:microsoft.com/office/officeart/2005/8/quickstyle/simple1" qsCatId="simple" csTypeId="urn:microsoft.com/office/officeart/2005/8/colors/accent1_2" csCatId="accent1" phldr="1"/>
      <dgm:spPr/>
    </dgm:pt>
    <dgm:pt modelId="{5E4EE46D-E710-48B4-A012-61A810D326C5}">
      <dgm:prSet phldrT="[Text]"/>
      <dgm:spPr>
        <a:solidFill>
          <a:schemeClr val="bg1">
            <a:lumMod val="85000"/>
          </a:schemeClr>
        </a:solidFill>
      </dgm:spPr>
      <dgm:t>
        <a:bodyPr/>
        <a:lstStyle/>
        <a:p>
          <a:r>
            <a:rPr lang="en-AU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Project Background &amp; Problem Statement</a:t>
          </a:r>
        </a:p>
      </dgm:t>
    </dgm:pt>
    <dgm:pt modelId="{D6E90C6E-184A-45DF-B0AF-C3560A97651B}" type="parTrans" cxnId="{AC0D79BD-51AA-497C-BAA2-9F454E28E3F1}">
      <dgm:prSet/>
      <dgm:spPr/>
      <dgm:t>
        <a:bodyPr/>
        <a:lstStyle/>
        <a:p>
          <a:endParaRPr lang="en-AU"/>
        </a:p>
      </dgm:t>
    </dgm:pt>
    <dgm:pt modelId="{637C1F3D-AD5B-474E-90B2-C138DBE65A7F}" type="sibTrans" cxnId="{AC0D79BD-51AA-497C-BAA2-9F454E28E3F1}">
      <dgm:prSet/>
      <dgm:spPr/>
      <dgm:t>
        <a:bodyPr/>
        <a:lstStyle/>
        <a:p>
          <a:endParaRPr lang="en-AU"/>
        </a:p>
      </dgm:t>
    </dgm:pt>
    <dgm:pt modelId="{2BB1ADB2-5444-478E-A523-EE104BB6D7A5}">
      <dgm:prSet phldrT="[Text]"/>
      <dgm:spPr>
        <a:solidFill>
          <a:schemeClr val="bg1">
            <a:lumMod val="85000"/>
          </a:schemeClr>
        </a:solidFill>
        <a:ln>
          <a:solidFill>
            <a:schemeClr val="bg1"/>
          </a:solidFill>
        </a:ln>
      </dgm:spPr>
      <dgm:t>
        <a:bodyPr/>
        <a:lstStyle/>
        <a:p>
          <a:r>
            <a:rPr lang="en-AU" b="0" noProof="0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Methodology &amp; Approach</a:t>
          </a:r>
          <a:endParaRPr lang="en-AU" b="0" dirty="0">
            <a:solidFill>
              <a:schemeClr val="tx1">
                <a:lumMod val="50000"/>
                <a:lumOff val="50000"/>
              </a:schemeClr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4826607E-FB1B-417D-BBFC-695A5831E6A6}" type="parTrans" cxnId="{B7D57F10-CB86-415F-A524-D62297A7E3E9}">
      <dgm:prSet/>
      <dgm:spPr/>
      <dgm:t>
        <a:bodyPr/>
        <a:lstStyle/>
        <a:p>
          <a:endParaRPr lang="en-AU"/>
        </a:p>
      </dgm:t>
    </dgm:pt>
    <dgm:pt modelId="{ED2E3B63-A5C1-4D90-9E1A-44C52AB6E09D}" type="sibTrans" cxnId="{B7D57F10-CB86-415F-A524-D62297A7E3E9}">
      <dgm:prSet/>
      <dgm:spPr/>
      <dgm:t>
        <a:bodyPr/>
        <a:lstStyle/>
        <a:p>
          <a:endParaRPr lang="en-AU"/>
        </a:p>
      </dgm:t>
    </dgm:pt>
    <dgm:pt modelId="{9F995C28-A183-4214-A84F-B1C9250840F4}">
      <dgm:prSet phldrT="[Text]"/>
      <dgm:spPr>
        <a:ln>
          <a:solidFill>
            <a:srgbClr val="FF0000"/>
          </a:solidFill>
        </a:ln>
      </dgm:spPr>
      <dgm:t>
        <a:bodyPr/>
        <a:lstStyle/>
        <a:p>
          <a:r>
            <a:rPr lang="en-AU" b="1" noProof="0" dirty="0">
              <a:solidFill>
                <a:srgbClr val="FFC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Justification of Techniques</a:t>
          </a:r>
          <a:endParaRPr lang="en-AU" b="1" dirty="0">
            <a:solidFill>
              <a:srgbClr val="FFC000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CDF14534-CA9F-4E29-A27E-316AA69D79A7}" type="parTrans" cxnId="{5FC3E5C4-F3E0-4CA0-A4E1-C95D9FE07F9B}">
      <dgm:prSet/>
      <dgm:spPr/>
      <dgm:t>
        <a:bodyPr/>
        <a:lstStyle/>
        <a:p>
          <a:endParaRPr lang="en-AU"/>
        </a:p>
      </dgm:t>
    </dgm:pt>
    <dgm:pt modelId="{CBC28811-E029-47F2-B13E-0D01A81D0CD5}" type="sibTrans" cxnId="{5FC3E5C4-F3E0-4CA0-A4E1-C95D9FE07F9B}">
      <dgm:prSet/>
      <dgm:spPr/>
      <dgm:t>
        <a:bodyPr/>
        <a:lstStyle/>
        <a:p>
          <a:endParaRPr lang="en-AU"/>
        </a:p>
      </dgm:t>
    </dgm:pt>
    <dgm:pt modelId="{645A83FE-D5F5-431D-A91C-20B6BEBFD24C}">
      <dgm:prSet/>
      <dgm:spPr/>
      <dgm:t>
        <a:bodyPr/>
        <a:lstStyle/>
        <a:p>
          <a:r>
            <a:rPr lang="en-AU" noProof="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Architecture Consistency &amp; Design</a:t>
          </a:r>
          <a:endParaRPr lang="en-AU" dirty="0">
            <a:solidFill>
              <a:schemeClr val="bg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AB383FA7-9D4C-4DE7-9E50-983F7C34938E}" type="parTrans" cxnId="{B5AC47F1-BA1F-4145-B7BB-8FDE7096B05B}">
      <dgm:prSet/>
      <dgm:spPr/>
      <dgm:t>
        <a:bodyPr/>
        <a:lstStyle/>
        <a:p>
          <a:endParaRPr lang="en-AU"/>
        </a:p>
      </dgm:t>
    </dgm:pt>
    <dgm:pt modelId="{1D85AB95-7B1B-4053-B747-720D8B88EFAD}" type="sibTrans" cxnId="{B5AC47F1-BA1F-4145-B7BB-8FDE7096B05B}">
      <dgm:prSet/>
      <dgm:spPr/>
      <dgm:t>
        <a:bodyPr/>
        <a:lstStyle/>
        <a:p>
          <a:endParaRPr lang="en-AU"/>
        </a:p>
      </dgm:t>
    </dgm:pt>
    <dgm:pt modelId="{7AED458D-7FBE-40FE-8C2C-152BFD461E76}">
      <dgm:prSet/>
      <dgm:spPr/>
      <dgm:t>
        <a:bodyPr/>
        <a:lstStyle/>
        <a:p>
          <a:r>
            <a:rPr lang="en-AU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Visual Walkthrough (Sample Dashboard)</a:t>
          </a:r>
        </a:p>
      </dgm:t>
    </dgm:pt>
    <dgm:pt modelId="{9A8ABC44-CDCA-4C9F-BBCB-7B522B7C7C61}" type="parTrans" cxnId="{99037112-182C-4BE3-AE76-D087FF09DEDC}">
      <dgm:prSet/>
      <dgm:spPr/>
      <dgm:t>
        <a:bodyPr/>
        <a:lstStyle/>
        <a:p>
          <a:endParaRPr lang="en-AU"/>
        </a:p>
      </dgm:t>
    </dgm:pt>
    <dgm:pt modelId="{18703457-32C9-4CF0-B6DC-64E421DCD496}" type="sibTrans" cxnId="{99037112-182C-4BE3-AE76-D087FF09DEDC}">
      <dgm:prSet/>
      <dgm:spPr/>
      <dgm:t>
        <a:bodyPr/>
        <a:lstStyle/>
        <a:p>
          <a:endParaRPr lang="en-AU"/>
        </a:p>
      </dgm:t>
    </dgm:pt>
    <dgm:pt modelId="{E3A44B3F-2511-4944-90F1-BD25C1F1B5F7}">
      <dgm:prSet/>
      <dgm:spPr/>
      <dgm:t>
        <a:bodyPr/>
        <a:lstStyle/>
        <a:p>
          <a:r>
            <a:rPr lang="en-AU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Value Delivered to Secora</a:t>
          </a:r>
        </a:p>
      </dgm:t>
    </dgm:pt>
    <dgm:pt modelId="{6114E150-CB88-42BA-A7BC-688E29B96DCC}" type="parTrans" cxnId="{1C745C7B-7016-47AF-BC34-AE7297F30ADE}">
      <dgm:prSet/>
      <dgm:spPr/>
      <dgm:t>
        <a:bodyPr/>
        <a:lstStyle/>
        <a:p>
          <a:endParaRPr lang="en-AU"/>
        </a:p>
      </dgm:t>
    </dgm:pt>
    <dgm:pt modelId="{17554E49-4B88-4F62-9A64-2BE51DB30324}" type="sibTrans" cxnId="{1C745C7B-7016-47AF-BC34-AE7297F30ADE}">
      <dgm:prSet/>
      <dgm:spPr/>
      <dgm:t>
        <a:bodyPr/>
        <a:lstStyle/>
        <a:p>
          <a:endParaRPr lang="en-AU"/>
        </a:p>
      </dgm:t>
    </dgm:pt>
    <dgm:pt modelId="{56051EE8-BF4F-42D7-9282-2210D0B95DB2}">
      <dgm:prSet/>
      <dgm:spPr/>
      <dgm:t>
        <a:bodyPr/>
        <a:lstStyle/>
        <a:p>
          <a:r>
            <a:rPr lang="en-AU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Validation &amp; Demo Feedback</a:t>
          </a:r>
        </a:p>
      </dgm:t>
    </dgm:pt>
    <dgm:pt modelId="{9E50DCD7-C46B-471F-8F10-411A1DE2B93A}" type="parTrans" cxnId="{69A11C48-42F7-4F01-B2E4-4139164D1030}">
      <dgm:prSet/>
      <dgm:spPr/>
      <dgm:t>
        <a:bodyPr/>
        <a:lstStyle/>
        <a:p>
          <a:endParaRPr lang="en-AU"/>
        </a:p>
      </dgm:t>
    </dgm:pt>
    <dgm:pt modelId="{8752361C-9E26-4912-AA86-57F06B4D07C0}" type="sibTrans" cxnId="{69A11C48-42F7-4F01-B2E4-4139164D1030}">
      <dgm:prSet/>
      <dgm:spPr/>
      <dgm:t>
        <a:bodyPr/>
        <a:lstStyle/>
        <a:p>
          <a:endParaRPr lang="en-AU"/>
        </a:p>
      </dgm:t>
    </dgm:pt>
    <dgm:pt modelId="{345B82C6-C3A8-4455-AED9-406B0A726BDB}">
      <dgm:prSet/>
      <dgm:spPr/>
      <dgm:t>
        <a:bodyPr/>
        <a:lstStyle/>
        <a:p>
          <a:r>
            <a:rPr lang="en-AU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Reflection &amp; Learning</a:t>
          </a:r>
        </a:p>
      </dgm:t>
    </dgm:pt>
    <dgm:pt modelId="{FB436EFA-28C6-4484-84C5-98F7C4DD8311}" type="parTrans" cxnId="{ED112A92-B3FC-42BA-BB91-66BF69BB648A}">
      <dgm:prSet/>
      <dgm:spPr/>
      <dgm:t>
        <a:bodyPr/>
        <a:lstStyle/>
        <a:p>
          <a:endParaRPr lang="en-AU"/>
        </a:p>
      </dgm:t>
    </dgm:pt>
    <dgm:pt modelId="{CF412F56-9576-4BD5-88F3-A100EE1B4921}" type="sibTrans" cxnId="{ED112A92-B3FC-42BA-BB91-66BF69BB648A}">
      <dgm:prSet/>
      <dgm:spPr/>
      <dgm:t>
        <a:bodyPr/>
        <a:lstStyle/>
        <a:p>
          <a:endParaRPr lang="en-AU"/>
        </a:p>
      </dgm:t>
    </dgm:pt>
    <dgm:pt modelId="{66C3A33E-F470-452F-B322-9FF16470893D}">
      <dgm:prSet/>
      <dgm:spPr/>
      <dgm:t>
        <a:bodyPr/>
        <a:lstStyle/>
        <a:p>
          <a:r>
            <a:rPr lang="en-AU">
              <a:latin typeface="Times New Roman" panose="02020603050405020304" pitchFamily="18" charset="0"/>
              <a:cs typeface="Times New Roman" panose="02020603050405020304" pitchFamily="18" charset="0"/>
            </a:rPr>
            <a:t>Challenges &amp; Resolutions</a:t>
          </a:r>
        </a:p>
      </dgm:t>
    </dgm:pt>
    <dgm:pt modelId="{651610F3-DD46-4DEA-974F-170210B0CF1C}" type="parTrans" cxnId="{16104049-FE55-4715-B39C-AB50F5BEA8C5}">
      <dgm:prSet/>
      <dgm:spPr/>
      <dgm:t>
        <a:bodyPr/>
        <a:lstStyle/>
        <a:p>
          <a:endParaRPr lang="en-AU"/>
        </a:p>
      </dgm:t>
    </dgm:pt>
    <dgm:pt modelId="{04EC671B-5697-4E8A-A330-CA318C2C4F8B}" type="sibTrans" cxnId="{16104049-FE55-4715-B39C-AB50F5BEA8C5}">
      <dgm:prSet/>
      <dgm:spPr/>
      <dgm:t>
        <a:bodyPr/>
        <a:lstStyle/>
        <a:p>
          <a:endParaRPr lang="en-AU"/>
        </a:p>
      </dgm:t>
    </dgm:pt>
    <dgm:pt modelId="{EA778BBF-754E-4324-BFE2-D54C8434AA36}" type="pres">
      <dgm:prSet presAssocID="{74926388-AA5A-43DD-9904-283AAB7A1795}" presName="Name0" presStyleCnt="0">
        <dgm:presLayoutVars>
          <dgm:dir/>
          <dgm:animLvl val="lvl"/>
          <dgm:resizeHandles val="exact"/>
        </dgm:presLayoutVars>
      </dgm:prSet>
      <dgm:spPr/>
    </dgm:pt>
    <dgm:pt modelId="{3319C834-8582-432B-B32B-AE320A7286E9}" type="pres">
      <dgm:prSet presAssocID="{5E4EE46D-E710-48B4-A012-61A810D326C5}" presName="parTxOnly" presStyleLbl="node1" presStyleIdx="0" presStyleCnt="9">
        <dgm:presLayoutVars>
          <dgm:chMax val="0"/>
          <dgm:chPref val="0"/>
          <dgm:bulletEnabled val="1"/>
        </dgm:presLayoutVars>
      </dgm:prSet>
      <dgm:spPr/>
    </dgm:pt>
    <dgm:pt modelId="{B2C4C985-AEA8-4EB7-8609-E2EFABDFE5A6}" type="pres">
      <dgm:prSet presAssocID="{637C1F3D-AD5B-474E-90B2-C138DBE65A7F}" presName="parTxOnlySpace" presStyleCnt="0"/>
      <dgm:spPr/>
    </dgm:pt>
    <dgm:pt modelId="{873A084E-2B6A-429D-94BE-B8A2F93E59BD}" type="pres">
      <dgm:prSet presAssocID="{2BB1ADB2-5444-478E-A523-EE104BB6D7A5}" presName="parTxOnly" presStyleLbl="node1" presStyleIdx="1" presStyleCnt="9">
        <dgm:presLayoutVars>
          <dgm:chMax val="0"/>
          <dgm:chPref val="0"/>
          <dgm:bulletEnabled val="1"/>
        </dgm:presLayoutVars>
      </dgm:prSet>
      <dgm:spPr/>
    </dgm:pt>
    <dgm:pt modelId="{7B7EA429-F6A6-46F2-BA26-C8720C994114}" type="pres">
      <dgm:prSet presAssocID="{ED2E3B63-A5C1-4D90-9E1A-44C52AB6E09D}" presName="parTxOnlySpace" presStyleCnt="0"/>
      <dgm:spPr/>
    </dgm:pt>
    <dgm:pt modelId="{D60B580D-8CF1-49D4-B936-37A5041F6C2F}" type="pres">
      <dgm:prSet presAssocID="{9F995C28-A183-4214-A84F-B1C9250840F4}" presName="parTxOnly" presStyleLbl="node1" presStyleIdx="2" presStyleCnt="9">
        <dgm:presLayoutVars>
          <dgm:chMax val="0"/>
          <dgm:chPref val="0"/>
          <dgm:bulletEnabled val="1"/>
        </dgm:presLayoutVars>
      </dgm:prSet>
      <dgm:spPr/>
    </dgm:pt>
    <dgm:pt modelId="{56DE67C1-12AC-4537-B091-DD3CA434F618}" type="pres">
      <dgm:prSet presAssocID="{CBC28811-E029-47F2-B13E-0D01A81D0CD5}" presName="parTxOnlySpace" presStyleCnt="0"/>
      <dgm:spPr/>
    </dgm:pt>
    <dgm:pt modelId="{5B7CCF94-BFA4-4CDA-9E06-30CE5A77BB15}" type="pres">
      <dgm:prSet presAssocID="{645A83FE-D5F5-431D-A91C-20B6BEBFD24C}" presName="parTxOnly" presStyleLbl="node1" presStyleIdx="3" presStyleCnt="9">
        <dgm:presLayoutVars>
          <dgm:chMax val="0"/>
          <dgm:chPref val="0"/>
          <dgm:bulletEnabled val="1"/>
        </dgm:presLayoutVars>
      </dgm:prSet>
      <dgm:spPr/>
    </dgm:pt>
    <dgm:pt modelId="{7EA8DAA0-B55D-43E6-9C4C-83828E6BFB9E}" type="pres">
      <dgm:prSet presAssocID="{1D85AB95-7B1B-4053-B747-720D8B88EFAD}" presName="parTxOnlySpace" presStyleCnt="0"/>
      <dgm:spPr/>
    </dgm:pt>
    <dgm:pt modelId="{7DF2B565-0A8E-441A-BF4A-09FFA3B777CF}" type="pres">
      <dgm:prSet presAssocID="{7AED458D-7FBE-40FE-8C2C-152BFD461E76}" presName="parTxOnly" presStyleLbl="node1" presStyleIdx="4" presStyleCnt="9">
        <dgm:presLayoutVars>
          <dgm:chMax val="0"/>
          <dgm:chPref val="0"/>
          <dgm:bulletEnabled val="1"/>
        </dgm:presLayoutVars>
      </dgm:prSet>
      <dgm:spPr/>
    </dgm:pt>
    <dgm:pt modelId="{AA99DE5C-DA84-4517-856A-A8B4671DBC49}" type="pres">
      <dgm:prSet presAssocID="{18703457-32C9-4CF0-B6DC-64E421DCD496}" presName="parTxOnlySpace" presStyleCnt="0"/>
      <dgm:spPr/>
    </dgm:pt>
    <dgm:pt modelId="{B8574698-9433-420B-B19B-F4E8633AA23B}" type="pres">
      <dgm:prSet presAssocID="{56051EE8-BF4F-42D7-9282-2210D0B95DB2}" presName="parTxOnly" presStyleLbl="node1" presStyleIdx="5" presStyleCnt="9">
        <dgm:presLayoutVars>
          <dgm:chMax val="0"/>
          <dgm:chPref val="0"/>
          <dgm:bulletEnabled val="1"/>
        </dgm:presLayoutVars>
      </dgm:prSet>
      <dgm:spPr/>
    </dgm:pt>
    <dgm:pt modelId="{3CE66576-19CB-46E4-A098-35B9A47A0E08}" type="pres">
      <dgm:prSet presAssocID="{8752361C-9E26-4912-AA86-57F06B4D07C0}" presName="parTxOnlySpace" presStyleCnt="0"/>
      <dgm:spPr/>
    </dgm:pt>
    <dgm:pt modelId="{3DA55AF3-A82A-467D-96D8-9100C08F33A4}" type="pres">
      <dgm:prSet presAssocID="{E3A44B3F-2511-4944-90F1-BD25C1F1B5F7}" presName="parTxOnly" presStyleLbl="node1" presStyleIdx="6" presStyleCnt="9">
        <dgm:presLayoutVars>
          <dgm:chMax val="0"/>
          <dgm:chPref val="0"/>
          <dgm:bulletEnabled val="1"/>
        </dgm:presLayoutVars>
      </dgm:prSet>
      <dgm:spPr/>
    </dgm:pt>
    <dgm:pt modelId="{44DDEBAB-4643-4DE8-9CB8-C0167936A168}" type="pres">
      <dgm:prSet presAssocID="{17554E49-4B88-4F62-9A64-2BE51DB30324}" presName="parTxOnlySpace" presStyleCnt="0"/>
      <dgm:spPr/>
    </dgm:pt>
    <dgm:pt modelId="{E3259D12-F018-4B34-8D35-BDE650DFC162}" type="pres">
      <dgm:prSet presAssocID="{66C3A33E-F470-452F-B322-9FF16470893D}" presName="parTxOnly" presStyleLbl="node1" presStyleIdx="7" presStyleCnt="9">
        <dgm:presLayoutVars>
          <dgm:chMax val="0"/>
          <dgm:chPref val="0"/>
          <dgm:bulletEnabled val="1"/>
        </dgm:presLayoutVars>
      </dgm:prSet>
      <dgm:spPr/>
    </dgm:pt>
    <dgm:pt modelId="{AA424F82-70B3-4915-A376-C42D76351A5C}" type="pres">
      <dgm:prSet presAssocID="{04EC671B-5697-4E8A-A330-CA318C2C4F8B}" presName="parTxOnlySpace" presStyleCnt="0"/>
      <dgm:spPr/>
    </dgm:pt>
    <dgm:pt modelId="{1C03E8E1-5A22-4F31-9843-0BF10B12B0A0}" type="pres">
      <dgm:prSet presAssocID="{345B82C6-C3A8-4455-AED9-406B0A726BDB}" presName="parTxOnly" presStyleLbl="node1" presStyleIdx="8" presStyleCnt="9">
        <dgm:presLayoutVars>
          <dgm:chMax val="0"/>
          <dgm:chPref val="0"/>
          <dgm:bulletEnabled val="1"/>
        </dgm:presLayoutVars>
      </dgm:prSet>
      <dgm:spPr/>
    </dgm:pt>
  </dgm:ptLst>
  <dgm:cxnLst>
    <dgm:cxn modelId="{B7D57F10-CB86-415F-A524-D62297A7E3E9}" srcId="{74926388-AA5A-43DD-9904-283AAB7A1795}" destId="{2BB1ADB2-5444-478E-A523-EE104BB6D7A5}" srcOrd="1" destOrd="0" parTransId="{4826607E-FB1B-417D-BBFC-695A5831E6A6}" sibTransId="{ED2E3B63-A5C1-4D90-9E1A-44C52AB6E09D}"/>
    <dgm:cxn modelId="{99037112-182C-4BE3-AE76-D087FF09DEDC}" srcId="{74926388-AA5A-43DD-9904-283AAB7A1795}" destId="{7AED458D-7FBE-40FE-8C2C-152BFD461E76}" srcOrd="4" destOrd="0" parTransId="{9A8ABC44-CDCA-4C9F-BBCB-7B522B7C7C61}" sibTransId="{18703457-32C9-4CF0-B6DC-64E421DCD496}"/>
    <dgm:cxn modelId="{74F34C3C-596E-4A77-B1DE-378F903F3402}" type="presOf" srcId="{345B82C6-C3A8-4455-AED9-406B0A726BDB}" destId="{1C03E8E1-5A22-4F31-9843-0BF10B12B0A0}" srcOrd="0" destOrd="0" presId="urn:microsoft.com/office/officeart/2005/8/layout/chevron1"/>
    <dgm:cxn modelId="{FE4EA55D-65B5-4A2D-AB08-48E35A9B1B02}" type="presOf" srcId="{66C3A33E-F470-452F-B322-9FF16470893D}" destId="{E3259D12-F018-4B34-8D35-BDE650DFC162}" srcOrd="0" destOrd="0" presId="urn:microsoft.com/office/officeart/2005/8/layout/chevron1"/>
    <dgm:cxn modelId="{40312C5E-5378-4B88-ADDE-2E7EFA97C406}" type="presOf" srcId="{7AED458D-7FBE-40FE-8C2C-152BFD461E76}" destId="{7DF2B565-0A8E-441A-BF4A-09FFA3B777CF}" srcOrd="0" destOrd="0" presId="urn:microsoft.com/office/officeart/2005/8/layout/chevron1"/>
    <dgm:cxn modelId="{58574742-9044-47F5-882E-06E6625E7F74}" type="presOf" srcId="{5E4EE46D-E710-48B4-A012-61A810D326C5}" destId="{3319C834-8582-432B-B32B-AE320A7286E9}" srcOrd="0" destOrd="0" presId="urn:microsoft.com/office/officeart/2005/8/layout/chevron1"/>
    <dgm:cxn modelId="{AA150F67-280C-45C6-95F5-C5DAD12C01CE}" type="presOf" srcId="{E3A44B3F-2511-4944-90F1-BD25C1F1B5F7}" destId="{3DA55AF3-A82A-467D-96D8-9100C08F33A4}" srcOrd="0" destOrd="0" presId="urn:microsoft.com/office/officeart/2005/8/layout/chevron1"/>
    <dgm:cxn modelId="{69A11C48-42F7-4F01-B2E4-4139164D1030}" srcId="{74926388-AA5A-43DD-9904-283AAB7A1795}" destId="{56051EE8-BF4F-42D7-9282-2210D0B95DB2}" srcOrd="5" destOrd="0" parTransId="{9E50DCD7-C46B-471F-8F10-411A1DE2B93A}" sibTransId="{8752361C-9E26-4912-AA86-57F06B4D07C0}"/>
    <dgm:cxn modelId="{16104049-FE55-4715-B39C-AB50F5BEA8C5}" srcId="{74926388-AA5A-43DD-9904-283AAB7A1795}" destId="{66C3A33E-F470-452F-B322-9FF16470893D}" srcOrd="7" destOrd="0" parTransId="{651610F3-DD46-4DEA-974F-170210B0CF1C}" sibTransId="{04EC671B-5697-4E8A-A330-CA318C2C4F8B}"/>
    <dgm:cxn modelId="{88E5814E-7B53-4DE7-AED5-D5272A0E5971}" type="presOf" srcId="{56051EE8-BF4F-42D7-9282-2210D0B95DB2}" destId="{B8574698-9433-420B-B19B-F4E8633AA23B}" srcOrd="0" destOrd="0" presId="urn:microsoft.com/office/officeart/2005/8/layout/chevron1"/>
    <dgm:cxn modelId="{82402E6F-AEBE-4F6D-A203-AD145188EB05}" type="presOf" srcId="{645A83FE-D5F5-431D-A91C-20B6BEBFD24C}" destId="{5B7CCF94-BFA4-4CDA-9E06-30CE5A77BB15}" srcOrd="0" destOrd="0" presId="urn:microsoft.com/office/officeart/2005/8/layout/chevron1"/>
    <dgm:cxn modelId="{7ADCAB59-4B58-44C2-959D-96A09B364AA2}" type="presOf" srcId="{74926388-AA5A-43DD-9904-283AAB7A1795}" destId="{EA778BBF-754E-4324-BFE2-D54C8434AA36}" srcOrd="0" destOrd="0" presId="urn:microsoft.com/office/officeart/2005/8/layout/chevron1"/>
    <dgm:cxn modelId="{1C745C7B-7016-47AF-BC34-AE7297F30ADE}" srcId="{74926388-AA5A-43DD-9904-283AAB7A1795}" destId="{E3A44B3F-2511-4944-90F1-BD25C1F1B5F7}" srcOrd="6" destOrd="0" parTransId="{6114E150-CB88-42BA-A7BC-688E29B96DCC}" sibTransId="{17554E49-4B88-4F62-9A64-2BE51DB30324}"/>
    <dgm:cxn modelId="{B06F9C91-5872-4FB6-A88D-BCD88943F457}" type="presOf" srcId="{2BB1ADB2-5444-478E-A523-EE104BB6D7A5}" destId="{873A084E-2B6A-429D-94BE-B8A2F93E59BD}" srcOrd="0" destOrd="0" presId="urn:microsoft.com/office/officeart/2005/8/layout/chevron1"/>
    <dgm:cxn modelId="{ED112A92-B3FC-42BA-BB91-66BF69BB648A}" srcId="{74926388-AA5A-43DD-9904-283AAB7A1795}" destId="{345B82C6-C3A8-4455-AED9-406B0A726BDB}" srcOrd="8" destOrd="0" parTransId="{FB436EFA-28C6-4484-84C5-98F7C4DD8311}" sibTransId="{CF412F56-9576-4BD5-88F3-A100EE1B4921}"/>
    <dgm:cxn modelId="{AC0D79BD-51AA-497C-BAA2-9F454E28E3F1}" srcId="{74926388-AA5A-43DD-9904-283AAB7A1795}" destId="{5E4EE46D-E710-48B4-A012-61A810D326C5}" srcOrd="0" destOrd="0" parTransId="{D6E90C6E-184A-45DF-B0AF-C3560A97651B}" sibTransId="{637C1F3D-AD5B-474E-90B2-C138DBE65A7F}"/>
    <dgm:cxn modelId="{5FC3E5C4-F3E0-4CA0-A4E1-C95D9FE07F9B}" srcId="{74926388-AA5A-43DD-9904-283AAB7A1795}" destId="{9F995C28-A183-4214-A84F-B1C9250840F4}" srcOrd="2" destOrd="0" parTransId="{CDF14534-CA9F-4E29-A27E-316AA69D79A7}" sibTransId="{CBC28811-E029-47F2-B13E-0D01A81D0CD5}"/>
    <dgm:cxn modelId="{4072F0CD-CB90-4CA1-9B80-35EDFF9EAFAA}" type="presOf" srcId="{9F995C28-A183-4214-A84F-B1C9250840F4}" destId="{D60B580D-8CF1-49D4-B936-37A5041F6C2F}" srcOrd="0" destOrd="0" presId="urn:microsoft.com/office/officeart/2005/8/layout/chevron1"/>
    <dgm:cxn modelId="{B5AC47F1-BA1F-4145-B7BB-8FDE7096B05B}" srcId="{74926388-AA5A-43DD-9904-283AAB7A1795}" destId="{645A83FE-D5F5-431D-A91C-20B6BEBFD24C}" srcOrd="3" destOrd="0" parTransId="{AB383FA7-9D4C-4DE7-9E50-983F7C34938E}" sibTransId="{1D85AB95-7B1B-4053-B747-720D8B88EFAD}"/>
    <dgm:cxn modelId="{6574A934-882F-4ED3-A559-7F755F7A589D}" type="presParOf" srcId="{EA778BBF-754E-4324-BFE2-D54C8434AA36}" destId="{3319C834-8582-432B-B32B-AE320A7286E9}" srcOrd="0" destOrd="0" presId="urn:microsoft.com/office/officeart/2005/8/layout/chevron1"/>
    <dgm:cxn modelId="{26612B6C-AD9E-440F-96CB-6842E39E0B48}" type="presParOf" srcId="{EA778BBF-754E-4324-BFE2-D54C8434AA36}" destId="{B2C4C985-AEA8-4EB7-8609-E2EFABDFE5A6}" srcOrd="1" destOrd="0" presId="urn:microsoft.com/office/officeart/2005/8/layout/chevron1"/>
    <dgm:cxn modelId="{2D69CA5F-355D-4CF2-8322-2A706DDE8CDE}" type="presParOf" srcId="{EA778BBF-754E-4324-BFE2-D54C8434AA36}" destId="{873A084E-2B6A-429D-94BE-B8A2F93E59BD}" srcOrd="2" destOrd="0" presId="urn:microsoft.com/office/officeart/2005/8/layout/chevron1"/>
    <dgm:cxn modelId="{267BD721-C200-4408-B272-CF9FB90DA82E}" type="presParOf" srcId="{EA778BBF-754E-4324-BFE2-D54C8434AA36}" destId="{7B7EA429-F6A6-46F2-BA26-C8720C994114}" srcOrd="3" destOrd="0" presId="urn:microsoft.com/office/officeart/2005/8/layout/chevron1"/>
    <dgm:cxn modelId="{06508153-6609-429E-AA13-ED7EE4660A77}" type="presParOf" srcId="{EA778BBF-754E-4324-BFE2-D54C8434AA36}" destId="{D60B580D-8CF1-49D4-B936-37A5041F6C2F}" srcOrd="4" destOrd="0" presId="urn:microsoft.com/office/officeart/2005/8/layout/chevron1"/>
    <dgm:cxn modelId="{D9D74DFD-F619-4463-8AD5-00515E047888}" type="presParOf" srcId="{EA778BBF-754E-4324-BFE2-D54C8434AA36}" destId="{56DE67C1-12AC-4537-B091-DD3CA434F618}" srcOrd="5" destOrd="0" presId="urn:microsoft.com/office/officeart/2005/8/layout/chevron1"/>
    <dgm:cxn modelId="{F8848DD8-4B90-41BD-A510-B40568699F7A}" type="presParOf" srcId="{EA778BBF-754E-4324-BFE2-D54C8434AA36}" destId="{5B7CCF94-BFA4-4CDA-9E06-30CE5A77BB15}" srcOrd="6" destOrd="0" presId="urn:microsoft.com/office/officeart/2005/8/layout/chevron1"/>
    <dgm:cxn modelId="{2FCB5B10-E56A-4436-9876-F5449D35BC39}" type="presParOf" srcId="{EA778BBF-754E-4324-BFE2-D54C8434AA36}" destId="{7EA8DAA0-B55D-43E6-9C4C-83828E6BFB9E}" srcOrd="7" destOrd="0" presId="urn:microsoft.com/office/officeart/2005/8/layout/chevron1"/>
    <dgm:cxn modelId="{5566AA75-71DD-4359-B463-FAC501EB4A01}" type="presParOf" srcId="{EA778BBF-754E-4324-BFE2-D54C8434AA36}" destId="{7DF2B565-0A8E-441A-BF4A-09FFA3B777CF}" srcOrd="8" destOrd="0" presId="urn:microsoft.com/office/officeart/2005/8/layout/chevron1"/>
    <dgm:cxn modelId="{B0801C4E-6E85-46D4-82FB-4DF833F69591}" type="presParOf" srcId="{EA778BBF-754E-4324-BFE2-D54C8434AA36}" destId="{AA99DE5C-DA84-4517-856A-A8B4671DBC49}" srcOrd="9" destOrd="0" presId="urn:microsoft.com/office/officeart/2005/8/layout/chevron1"/>
    <dgm:cxn modelId="{B58823E1-00AA-4B03-975F-AB5D10D2EC90}" type="presParOf" srcId="{EA778BBF-754E-4324-BFE2-D54C8434AA36}" destId="{B8574698-9433-420B-B19B-F4E8633AA23B}" srcOrd="10" destOrd="0" presId="urn:microsoft.com/office/officeart/2005/8/layout/chevron1"/>
    <dgm:cxn modelId="{E76203D6-2B6E-4B83-9ED4-779DDA9BF500}" type="presParOf" srcId="{EA778BBF-754E-4324-BFE2-D54C8434AA36}" destId="{3CE66576-19CB-46E4-A098-35B9A47A0E08}" srcOrd="11" destOrd="0" presId="urn:microsoft.com/office/officeart/2005/8/layout/chevron1"/>
    <dgm:cxn modelId="{8ABC8492-2D35-4950-B4B7-E99003A93E51}" type="presParOf" srcId="{EA778BBF-754E-4324-BFE2-D54C8434AA36}" destId="{3DA55AF3-A82A-467D-96D8-9100C08F33A4}" srcOrd="12" destOrd="0" presId="urn:microsoft.com/office/officeart/2005/8/layout/chevron1"/>
    <dgm:cxn modelId="{E7A55AFB-C53A-4997-BAB3-2FD9EFD33F64}" type="presParOf" srcId="{EA778BBF-754E-4324-BFE2-D54C8434AA36}" destId="{44DDEBAB-4643-4DE8-9CB8-C0167936A168}" srcOrd="13" destOrd="0" presId="urn:microsoft.com/office/officeart/2005/8/layout/chevron1"/>
    <dgm:cxn modelId="{49AF0884-5EBF-449C-A06F-6FF46850A23E}" type="presParOf" srcId="{EA778BBF-754E-4324-BFE2-D54C8434AA36}" destId="{E3259D12-F018-4B34-8D35-BDE650DFC162}" srcOrd="14" destOrd="0" presId="urn:microsoft.com/office/officeart/2005/8/layout/chevron1"/>
    <dgm:cxn modelId="{057C0414-D4B4-4CB9-9598-B046EBEE671E}" type="presParOf" srcId="{EA778BBF-754E-4324-BFE2-D54C8434AA36}" destId="{AA424F82-70B3-4915-A376-C42D76351A5C}" srcOrd="15" destOrd="0" presId="urn:microsoft.com/office/officeart/2005/8/layout/chevron1"/>
    <dgm:cxn modelId="{1CC02BBC-CB6B-48C9-827D-48B1713BC11F}" type="presParOf" srcId="{EA778BBF-754E-4324-BFE2-D54C8434AA36}" destId="{1C03E8E1-5A22-4F31-9843-0BF10B12B0A0}" srcOrd="16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74926388-AA5A-43DD-9904-283AAB7A1795}" type="doc">
      <dgm:prSet loTypeId="urn:microsoft.com/office/officeart/2005/8/layout/chevron1" loCatId="process" qsTypeId="urn:microsoft.com/office/officeart/2005/8/quickstyle/simple1" qsCatId="simple" csTypeId="urn:microsoft.com/office/officeart/2005/8/colors/accent1_2" csCatId="accent1" phldr="1"/>
      <dgm:spPr/>
    </dgm:pt>
    <dgm:pt modelId="{5E4EE46D-E710-48B4-A012-61A810D326C5}">
      <dgm:prSet phldrT="[Text]"/>
      <dgm:spPr>
        <a:solidFill>
          <a:schemeClr val="bg1">
            <a:lumMod val="85000"/>
          </a:schemeClr>
        </a:solidFill>
      </dgm:spPr>
      <dgm:t>
        <a:bodyPr/>
        <a:lstStyle/>
        <a:p>
          <a:r>
            <a:rPr lang="en-AU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Project Background &amp; Problem Statement</a:t>
          </a:r>
        </a:p>
      </dgm:t>
    </dgm:pt>
    <dgm:pt modelId="{D6E90C6E-184A-45DF-B0AF-C3560A97651B}" type="parTrans" cxnId="{AC0D79BD-51AA-497C-BAA2-9F454E28E3F1}">
      <dgm:prSet/>
      <dgm:spPr/>
      <dgm:t>
        <a:bodyPr/>
        <a:lstStyle/>
        <a:p>
          <a:endParaRPr lang="en-AU"/>
        </a:p>
      </dgm:t>
    </dgm:pt>
    <dgm:pt modelId="{637C1F3D-AD5B-474E-90B2-C138DBE65A7F}" type="sibTrans" cxnId="{AC0D79BD-51AA-497C-BAA2-9F454E28E3F1}">
      <dgm:prSet/>
      <dgm:spPr/>
      <dgm:t>
        <a:bodyPr/>
        <a:lstStyle/>
        <a:p>
          <a:endParaRPr lang="en-AU"/>
        </a:p>
      </dgm:t>
    </dgm:pt>
    <dgm:pt modelId="{2BB1ADB2-5444-478E-A523-EE104BB6D7A5}">
      <dgm:prSet phldrT="[Text]"/>
      <dgm:spPr>
        <a:solidFill>
          <a:schemeClr val="bg1">
            <a:lumMod val="85000"/>
          </a:schemeClr>
        </a:solidFill>
        <a:ln>
          <a:solidFill>
            <a:schemeClr val="bg1"/>
          </a:solidFill>
        </a:ln>
      </dgm:spPr>
      <dgm:t>
        <a:bodyPr/>
        <a:lstStyle/>
        <a:p>
          <a:r>
            <a:rPr lang="en-AU" b="0" noProof="0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Methodology &amp; Approach</a:t>
          </a:r>
          <a:endParaRPr lang="en-AU" b="0" dirty="0">
            <a:solidFill>
              <a:schemeClr val="tx1">
                <a:lumMod val="50000"/>
                <a:lumOff val="50000"/>
              </a:schemeClr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4826607E-FB1B-417D-BBFC-695A5831E6A6}" type="parTrans" cxnId="{B7D57F10-CB86-415F-A524-D62297A7E3E9}">
      <dgm:prSet/>
      <dgm:spPr/>
      <dgm:t>
        <a:bodyPr/>
        <a:lstStyle/>
        <a:p>
          <a:endParaRPr lang="en-AU"/>
        </a:p>
      </dgm:t>
    </dgm:pt>
    <dgm:pt modelId="{ED2E3B63-A5C1-4D90-9E1A-44C52AB6E09D}" type="sibTrans" cxnId="{B7D57F10-CB86-415F-A524-D62297A7E3E9}">
      <dgm:prSet/>
      <dgm:spPr/>
      <dgm:t>
        <a:bodyPr/>
        <a:lstStyle/>
        <a:p>
          <a:endParaRPr lang="en-AU"/>
        </a:p>
      </dgm:t>
    </dgm:pt>
    <dgm:pt modelId="{9F995C28-A183-4214-A84F-B1C9250840F4}">
      <dgm:prSet phldrT="[Text]"/>
      <dgm:spPr>
        <a:solidFill>
          <a:schemeClr val="bg1">
            <a:lumMod val="85000"/>
          </a:schemeClr>
        </a:solidFill>
        <a:ln>
          <a:solidFill>
            <a:schemeClr val="bg1"/>
          </a:solidFill>
        </a:ln>
      </dgm:spPr>
      <dgm:t>
        <a:bodyPr/>
        <a:lstStyle/>
        <a:p>
          <a:r>
            <a:rPr lang="en-AU" b="0" noProof="0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Justification of Techniques</a:t>
          </a:r>
          <a:endParaRPr lang="en-AU" b="0" dirty="0">
            <a:solidFill>
              <a:schemeClr val="tx1">
                <a:lumMod val="50000"/>
                <a:lumOff val="50000"/>
              </a:schemeClr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CDF14534-CA9F-4E29-A27E-316AA69D79A7}" type="parTrans" cxnId="{5FC3E5C4-F3E0-4CA0-A4E1-C95D9FE07F9B}">
      <dgm:prSet/>
      <dgm:spPr/>
      <dgm:t>
        <a:bodyPr/>
        <a:lstStyle/>
        <a:p>
          <a:endParaRPr lang="en-AU"/>
        </a:p>
      </dgm:t>
    </dgm:pt>
    <dgm:pt modelId="{CBC28811-E029-47F2-B13E-0D01A81D0CD5}" type="sibTrans" cxnId="{5FC3E5C4-F3E0-4CA0-A4E1-C95D9FE07F9B}">
      <dgm:prSet/>
      <dgm:spPr/>
      <dgm:t>
        <a:bodyPr/>
        <a:lstStyle/>
        <a:p>
          <a:endParaRPr lang="en-AU"/>
        </a:p>
      </dgm:t>
    </dgm:pt>
    <dgm:pt modelId="{645A83FE-D5F5-431D-A91C-20B6BEBFD24C}">
      <dgm:prSet/>
      <dgm:spPr>
        <a:ln>
          <a:solidFill>
            <a:srgbClr val="FF0000"/>
          </a:solidFill>
        </a:ln>
      </dgm:spPr>
      <dgm:t>
        <a:bodyPr/>
        <a:lstStyle/>
        <a:p>
          <a:r>
            <a:rPr lang="en-AU" b="1" noProof="0" dirty="0">
              <a:solidFill>
                <a:srgbClr val="FFC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Architecture Consistency &amp; Design</a:t>
          </a:r>
          <a:endParaRPr lang="en-AU" b="1" dirty="0">
            <a:solidFill>
              <a:srgbClr val="FFC000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AB383FA7-9D4C-4DE7-9E50-983F7C34938E}" type="parTrans" cxnId="{B5AC47F1-BA1F-4145-B7BB-8FDE7096B05B}">
      <dgm:prSet/>
      <dgm:spPr/>
      <dgm:t>
        <a:bodyPr/>
        <a:lstStyle/>
        <a:p>
          <a:endParaRPr lang="en-AU"/>
        </a:p>
      </dgm:t>
    </dgm:pt>
    <dgm:pt modelId="{1D85AB95-7B1B-4053-B747-720D8B88EFAD}" type="sibTrans" cxnId="{B5AC47F1-BA1F-4145-B7BB-8FDE7096B05B}">
      <dgm:prSet/>
      <dgm:spPr/>
      <dgm:t>
        <a:bodyPr/>
        <a:lstStyle/>
        <a:p>
          <a:endParaRPr lang="en-AU"/>
        </a:p>
      </dgm:t>
    </dgm:pt>
    <dgm:pt modelId="{7AED458D-7FBE-40FE-8C2C-152BFD461E76}">
      <dgm:prSet/>
      <dgm:spPr/>
      <dgm:t>
        <a:bodyPr/>
        <a:lstStyle/>
        <a:p>
          <a:r>
            <a:rPr lang="en-AU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Visual Walkthrough (Sample Dashboard)</a:t>
          </a:r>
        </a:p>
      </dgm:t>
    </dgm:pt>
    <dgm:pt modelId="{9A8ABC44-CDCA-4C9F-BBCB-7B522B7C7C61}" type="parTrans" cxnId="{99037112-182C-4BE3-AE76-D087FF09DEDC}">
      <dgm:prSet/>
      <dgm:spPr/>
      <dgm:t>
        <a:bodyPr/>
        <a:lstStyle/>
        <a:p>
          <a:endParaRPr lang="en-AU"/>
        </a:p>
      </dgm:t>
    </dgm:pt>
    <dgm:pt modelId="{18703457-32C9-4CF0-B6DC-64E421DCD496}" type="sibTrans" cxnId="{99037112-182C-4BE3-AE76-D087FF09DEDC}">
      <dgm:prSet/>
      <dgm:spPr/>
      <dgm:t>
        <a:bodyPr/>
        <a:lstStyle/>
        <a:p>
          <a:endParaRPr lang="en-AU"/>
        </a:p>
      </dgm:t>
    </dgm:pt>
    <dgm:pt modelId="{E3A44B3F-2511-4944-90F1-BD25C1F1B5F7}">
      <dgm:prSet/>
      <dgm:spPr/>
      <dgm:t>
        <a:bodyPr/>
        <a:lstStyle/>
        <a:p>
          <a:r>
            <a:rPr lang="en-AU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Value Delivered to Secora</a:t>
          </a:r>
        </a:p>
      </dgm:t>
    </dgm:pt>
    <dgm:pt modelId="{6114E150-CB88-42BA-A7BC-688E29B96DCC}" type="parTrans" cxnId="{1C745C7B-7016-47AF-BC34-AE7297F30ADE}">
      <dgm:prSet/>
      <dgm:spPr/>
      <dgm:t>
        <a:bodyPr/>
        <a:lstStyle/>
        <a:p>
          <a:endParaRPr lang="en-AU"/>
        </a:p>
      </dgm:t>
    </dgm:pt>
    <dgm:pt modelId="{17554E49-4B88-4F62-9A64-2BE51DB30324}" type="sibTrans" cxnId="{1C745C7B-7016-47AF-BC34-AE7297F30ADE}">
      <dgm:prSet/>
      <dgm:spPr/>
      <dgm:t>
        <a:bodyPr/>
        <a:lstStyle/>
        <a:p>
          <a:endParaRPr lang="en-AU"/>
        </a:p>
      </dgm:t>
    </dgm:pt>
    <dgm:pt modelId="{56051EE8-BF4F-42D7-9282-2210D0B95DB2}">
      <dgm:prSet/>
      <dgm:spPr/>
      <dgm:t>
        <a:bodyPr/>
        <a:lstStyle/>
        <a:p>
          <a:r>
            <a:rPr lang="en-AU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Validation &amp; Demo Feedback</a:t>
          </a:r>
        </a:p>
      </dgm:t>
    </dgm:pt>
    <dgm:pt modelId="{9E50DCD7-C46B-471F-8F10-411A1DE2B93A}" type="parTrans" cxnId="{69A11C48-42F7-4F01-B2E4-4139164D1030}">
      <dgm:prSet/>
      <dgm:spPr/>
      <dgm:t>
        <a:bodyPr/>
        <a:lstStyle/>
        <a:p>
          <a:endParaRPr lang="en-AU"/>
        </a:p>
      </dgm:t>
    </dgm:pt>
    <dgm:pt modelId="{8752361C-9E26-4912-AA86-57F06B4D07C0}" type="sibTrans" cxnId="{69A11C48-42F7-4F01-B2E4-4139164D1030}">
      <dgm:prSet/>
      <dgm:spPr/>
      <dgm:t>
        <a:bodyPr/>
        <a:lstStyle/>
        <a:p>
          <a:endParaRPr lang="en-AU"/>
        </a:p>
      </dgm:t>
    </dgm:pt>
    <dgm:pt modelId="{345B82C6-C3A8-4455-AED9-406B0A726BDB}">
      <dgm:prSet/>
      <dgm:spPr/>
      <dgm:t>
        <a:bodyPr/>
        <a:lstStyle/>
        <a:p>
          <a:r>
            <a:rPr lang="en-AU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Reflection &amp; Learning</a:t>
          </a:r>
        </a:p>
      </dgm:t>
    </dgm:pt>
    <dgm:pt modelId="{FB436EFA-28C6-4484-84C5-98F7C4DD8311}" type="parTrans" cxnId="{ED112A92-B3FC-42BA-BB91-66BF69BB648A}">
      <dgm:prSet/>
      <dgm:spPr/>
      <dgm:t>
        <a:bodyPr/>
        <a:lstStyle/>
        <a:p>
          <a:endParaRPr lang="en-AU"/>
        </a:p>
      </dgm:t>
    </dgm:pt>
    <dgm:pt modelId="{CF412F56-9576-4BD5-88F3-A100EE1B4921}" type="sibTrans" cxnId="{ED112A92-B3FC-42BA-BB91-66BF69BB648A}">
      <dgm:prSet/>
      <dgm:spPr/>
      <dgm:t>
        <a:bodyPr/>
        <a:lstStyle/>
        <a:p>
          <a:endParaRPr lang="en-AU"/>
        </a:p>
      </dgm:t>
    </dgm:pt>
    <dgm:pt modelId="{415F2F0C-2E91-445A-9ACD-626BC6CAA9D0}">
      <dgm:prSet/>
      <dgm:spPr/>
      <dgm:t>
        <a:bodyPr/>
        <a:lstStyle/>
        <a:p>
          <a:r>
            <a:rPr lang="en-AU">
              <a:latin typeface="Times New Roman" panose="02020603050405020304" pitchFamily="18" charset="0"/>
              <a:cs typeface="Times New Roman" panose="02020603050405020304" pitchFamily="18" charset="0"/>
            </a:rPr>
            <a:t>Challenges &amp; Resolutions</a:t>
          </a:r>
        </a:p>
      </dgm:t>
    </dgm:pt>
    <dgm:pt modelId="{34BC9F9B-A152-48F8-B2E5-B6F15D11E99A}" type="parTrans" cxnId="{AB3E9B84-F167-4847-900D-193895278EAF}">
      <dgm:prSet/>
      <dgm:spPr/>
      <dgm:t>
        <a:bodyPr/>
        <a:lstStyle/>
        <a:p>
          <a:endParaRPr lang="en-AU"/>
        </a:p>
      </dgm:t>
    </dgm:pt>
    <dgm:pt modelId="{E3E23808-A412-45A0-AE1D-6203617CDFBC}" type="sibTrans" cxnId="{AB3E9B84-F167-4847-900D-193895278EAF}">
      <dgm:prSet/>
      <dgm:spPr/>
      <dgm:t>
        <a:bodyPr/>
        <a:lstStyle/>
        <a:p>
          <a:endParaRPr lang="en-AU"/>
        </a:p>
      </dgm:t>
    </dgm:pt>
    <dgm:pt modelId="{EA778BBF-754E-4324-BFE2-D54C8434AA36}" type="pres">
      <dgm:prSet presAssocID="{74926388-AA5A-43DD-9904-283AAB7A1795}" presName="Name0" presStyleCnt="0">
        <dgm:presLayoutVars>
          <dgm:dir/>
          <dgm:animLvl val="lvl"/>
          <dgm:resizeHandles val="exact"/>
        </dgm:presLayoutVars>
      </dgm:prSet>
      <dgm:spPr/>
    </dgm:pt>
    <dgm:pt modelId="{3319C834-8582-432B-B32B-AE320A7286E9}" type="pres">
      <dgm:prSet presAssocID="{5E4EE46D-E710-48B4-A012-61A810D326C5}" presName="parTxOnly" presStyleLbl="node1" presStyleIdx="0" presStyleCnt="9">
        <dgm:presLayoutVars>
          <dgm:chMax val="0"/>
          <dgm:chPref val="0"/>
          <dgm:bulletEnabled val="1"/>
        </dgm:presLayoutVars>
      </dgm:prSet>
      <dgm:spPr/>
    </dgm:pt>
    <dgm:pt modelId="{B2C4C985-AEA8-4EB7-8609-E2EFABDFE5A6}" type="pres">
      <dgm:prSet presAssocID="{637C1F3D-AD5B-474E-90B2-C138DBE65A7F}" presName="parTxOnlySpace" presStyleCnt="0"/>
      <dgm:spPr/>
    </dgm:pt>
    <dgm:pt modelId="{873A084E-2B6A-429D-94BE-B8A2F93E59BD}" type="pres">
      <dgm:prSet presAssocID="{2BB1ADB2-5444-478E-A523-EE104BB6D7A5}" presName="parTxOnly" presStyleLbl="node1" presStyleIdx="1" presStyleCnt="9">
        <dgm:presLayoutVars>
          <dgm:chMax val="0"/>
          <dgm:chPref val="0"/>
          <dgm:bulletEnabled val="1"/>
        </dgm:presLayoutVars>
      </dgm:prSet>
      <dgm:spPr/>
    </dgm:pt>
    <dgm:pt modelId="{7B7EA429-F6A6-46F2-BA26-C8720C994114}" type="pres">
      <dgm:prSet presAssocID="{ED2E3B63-A5C1-4D90-9E1A-44C52AB6E09D}" presName="parTxOnlySpace" presStyleCnt="0"/>
      <dgm:spPr/>
    </dgm:pt>
    <dgm:pt modelId="{D60B580D-8CF1-49D4-B936-37A5041F6C2F}" type="pres">
      <dgm:prSet presAssocID="{9F995C28-A183-4214-A84F-B1C9250840F4}" presName="parTxOnly" presStyleLbl="node1" presStyleIdx="2" presStyleCnt="9">
        <dgm:presLayoutVars>
          <dgm:chMax val="0"/>
          <dgm:chPref val="0"/>
          <dgm:bulletEnabled val="1"/>
        </dgm:presLayoutVars>
      </dgm:prSet>
      <dgm:spPr/>
    </dgm:pt>
    <dgm:pt modelId="{56DE67C1-12AC-4537-B091-DD3CA434F618}" type="pres">
      <dgm:prSet presAssocID="{CBC28811-E029-47F2-B13E-0D01A81D0CD5}" presName="parTxOnlySpace" presStyleCnt="0"/>
      <dgm:spPr/>
    </dgm:pt>
    <dgm:pt modelId="{5B7CCF94-BFA4-4CDA-9E06-30CE5A77BB15}" type="pres">
      <dgm:prSet presAssocID="{645A83FE-D5F5-431D-A91C-20B6BEBFD24C}" presName="parTxOnly" presStyleLbl="node1" presStyleIdx="3" presStyleCnt="9">
        <dgm:presLayoutVars>
          <dgm:chMax val="0"/>
          <dgm:chPref val="0"/>
          <dgm:bulletEnabled val="1"/>
        </dgm:presLayoutVars>
      </dgm:prSet>
      <dgm:spPr/>
    </dgm:pt>
    <dgm:pt modelId="{7EA8DAA0-B55D-43E6-9C4C-83828E6BFB9E}" type="pres">
      <dgm:prSet presAssocID="{1D85AB95-7B1B-4053-B747-720D8B88EFAD}" presName="parTxOnlySpace" presStyleCnt="0"/>
      <dgm:spPr/>
    </dgm:pt>
    <dgm:pt modelId="{7DF2B565-0A8E-441A-BF4A-09FFA3B777CF}" type="pres">
      <dgm:prSet presAssocID="{7AED458D-7FBE-40FE-8C2C-152BFD461E76}" presName="parTxOnly" presStyleLbl="node1" presStyleIdx="4" presStyleCnt="9">
        <dgm:presLayoutVars>
          <dgm:chMax val="0"/>
          <dgm:chPref val="0"/>
          <dgm:bulletEnabled val="1"/>
        </dgm:presLayoutVars>
      </dgm:prSet>
      <dgm:spPr/>
    </dgm:pt>
    <dgm:pt modelId="{AA99DE5C-DA84-4517-856A-A8B4671DBC49}" type="pres">
      <dgm:prSet presAssocID="{18703457-32C9-4CF0-B6DC-64E421DCD496}" presName="parTxOnlySpace" presStyleCnt="0"/>
      <dgm:spPr/>
    </dgm:pt>
    <dgm:pt modelId="{B8574698-9433-420B-B19B-F4E8633AA23B}" type="pres">
      <dgm:prSet presAssocID="{56051EE8-BF4F-42D7-9282-2210D0B95DB2}" presName="parTxOnly" presStyleLbl="node1" presStyleIdx="5" presStyleCnt="9">
        <dgm:presLayoutVars>
          <dgm:chMax val="0"/>
          <dgm:chPref val="0"/>
          <dgm:bulletEnabled val="1"/>
        </dgm:presLayoutVars>
      </dgm:prSet>
      <dgm:spPr/>
    </dgm:pt>
    <dgm:pt modelId="{3CE66576-19CB-46E4-A098-35B9A47A0E08}" type="pres">
      <dgm:prSet presAssocID="{8752361C-9E26-4912-AA86-57F06B4D07C0}" presName="parTxOnlySpace" presStyleCnt="0"/>
      <dgm:spPr/>
    </dgm:pt>
    <dgm:pt modelId="{3DA55AF3-A82A-467D-96D8-9100C08F33A4}" type="pres">
      <dgm:prSet presAssocID="{E3A44B3F-2511-4944-90F1-BD25C1F1B5F7}" presName="parTxOnly" presStyleLbl="node1" presStyleIdx="6" presStyleCnt="9">
        <dgm:presLayoutVars>
          <dgm:chMax val="0"/>
          <dgm:chPref val="0"/>
          <dgm:bulletEnabled val="1"/>
        </dgm:presLayoutVars>
      </dgm:prSet>
      <dgm:spPr/>
    </dgm:pt>
    <dgm:pt modelId="{44DDEBAB-4643-4DE8-9CB8-C0167936A168}" type="pres">
      <dgm:prSet presAssocID="{17554E49-4B88-4F62-9A64-2BE51DB30324}" presName="parTxOnlySpace" presStyleCnt="0"/>
      <dgm:spPr/>
    </dgm:pt>
    <dgm:pt modelId="{31A086FA-0E63-4D66-B133-069B8691B9E4}" type="pres">
      <dgm:prSet presAssocID="{415F2F0C-2E91-445A-9ACD-626BC6CAA9D0}" presName="parTxOnly" presStyleLbl="node1" presStyleIdx="7" presStyleCnt="9">
        <dgm:presLayoutVars>
          <dgm:chMax val="0"/>
          <dgm:chPref val="0"/>
          <dgm:bulletEnabled val="1"/>
        </dgm:presLayoutVars>
      </dgm:prSet>
      <dgm:spPr/>
    </dgm:pt>
    <dgm:pt modelId="{59EA3CC6-A2E9-4B73-BC00-99F76E78A3D4}" type="pres">
      <dgm:prSet presAssocID="{E3E23808-A412-45A0-AE1D-6203617CDFBC}" presName="parTxOnlySpace" presStyleCnt="0"/>
      <dgm:spPr/>
    </dgm:pt>
    <dgm:pt modelId="{1C03E8E1-5A22-4F31-9843-0BF10B12B0A0}" type="pres">
      <dgm:prSet presAssocID="{345B82C6-C3A8-4455-AED9-406B0A726BDB}" presName="parTxOnly" presStyleLbl="node1" presStyleIdx="8" presStyleCnt="9">
        <dgm:presLayoutVars>
          <dgm:chMax val="0"/>
          <dgm:chPref val="0"/>
          <dgm:bulletEnabled val="1"/>
        </dgm:presLayoutVars>
      </dgm:prSet>
      <dgm:spPr/>
    </dgm:pt>
  </dgm:ptLst>
  <dgm:cxnLst>
    <dgm:cxn modelId="{D5444D05-C1DD-45EA-BB77-AEB677DFF76B}" type="presOf" srcId="{2BB1ADB2-5444-478E-A523-EE104BB6D7A5}" destId="{873A084E-2B6A-429D-94BE-B8A2F93E59BD}" srcOrd="0" destOrd="0" presId="urn:microsoft.com/office/officeart/2005/8/layout/chevron1"/>
    <dgm:cxn modelId="{923C5810-C2CC-46D8-9387-03EBCD695359}" type="presOf" srcId="{5E4EE46D-E710-48B4-A012-61A810D326C5}" destId="{3319C834-8582-432B-B32B-AE320A7286E9}" srcOrd="0" destOrd="0" presId="urn:microsoft.com/office/officeart/2005/8/layout/chevron1"/>
    <dgm:cxn modelId="{B7D57F10-CB86-415F-A524-D62297A7E3E9}" srcId="{74926388-AA5A-43DD-9904-283AAB7A1795}" destId="{2BB1ADB2-5444-478E-A523-EE104BB6D7A5}" srcOrd="1" destOrd="0" parTransId="{4826607E-FB1B-417D-BBFC-695A5831E6A6}" sibTransId="{ED2E3B63-A5C1-4D90-9E1A-44C52AB6E09D}"/>
    <dgm:cxn modelId="{99037112-182C-4BE3-AE76-D087FF09DEDC}" srcId="{74926388-AA5A-43DD-9904-283AAB7A1795}" destId="{7AED458D-7FBE-40FE-8C2C-152BFD461E76}" srcOrd="4" destOrd="0" parTransId="{9A8ABC44-CDCA-4C9F-BBCB-7B522B7C7C61}" sibTransId="{18703457-32C9-4CF0-B6DC-64E421DCD496}"/>
    <dgm:cxn modelId="{69A11C48-42F7-4F01-B2E4-4139164D1030}" srcId="{74926388-AA5A-43DD-9904-283AAB7A1795}" destId="{56051EE8-BF4F-42D7-9282-2210D0B95DB2}" srcOrd="5" destOrd="0" parTransId="{9E50DCD7-C46B-471F-8F10-411A1DE2B93A}" sibTransId="{8752361C-9E26-4912-AA86-57F06B4D07C0}"/>
    <dgm:cxn modelId="{206BBD4C-2E4F-423B-80E6-41745D336920}" type="presOf" srcId="{56051EE8-BF4F-42D7-9282-2210D0B95DB2}" destId="{B8574698-9433-420B-B19B-F4E8633AA23B}" srcOrd="0" destOrd="0" presId="urn:microsoft.com/office/officeart/2005/8/layout/chevron1"/>
    <dgm:cxn modelId="{27BF5B50-0EA6-4400-9F3B-8FB8BBE1E2A4}" type="presOf" srcId="{345B82C6-C3A8-4455-AED9-406B0A726BDB}" destId="{1C03E8E1-5A22-4F31-9843-0BF10B12B0A0}" srcOrd="0" destOrd="0" presId="urn:microsoft.com/office/officeart/2005/8/layout/chevron1"/>
    <dgm:cxn modelId="{7ADCAB59-4B58-44C2-959D-96A09B364AA2}" type="presOf" srcId="{74926388-AA5A-43DD-9904-283AAB7A1795}" destId="{EA778BBF-754E-4324-BFE2-D54C8434AA36}" srcOrd="0" destOrd="0" presId="urn:microsoft.com/office/officeart/2005/8/layout/chevron1"/>
    <dgm:cxn modelId="{1C745C7B-7016-47AF-BC34-AE7297F30ADE}" srcId="{74926388-AA5A-43DD-9904-283AAB7A1795}" destId="{E3A44B3F-2511-4944-90F1-BD25C1F1B5F7}" srcOrd="6" destOrd="0" parTransId="{6114E150-CB88-42BA-A7BC-688E29B96DCC}" sibTransId="{17554E49-4B88-4F62-9A64-2BE51DB30324}"/>
    <dgm:cxn modelId="{AB3E9B84-F167-4847-900D-193895278EAF}" srcId="{74926388-AA5A-43DD-9904-283AAB7A1795}" destId="{415F2F0C-2E91-445A-9ACD-626BC6CAA9D0}" srcOrd="7" destOrd="0" parTransId="{34BC9F9B-A152-48F8-B2E5-B6F15D11E99A}" sibTransId="{E3E23808-A412-45A0-AE1D-6203617CDFBC}"/>
    <dgm:cxn modelId="{2527C285-D90D-4C76-902F-0199FB21DDC1}" type="presOf" srcId="{9F995C28-A183-4214-A84F-B1C9250840F4}" destId="{D60B580D-8CF1-49D4-B936-37A5041F6C2F}" srcOrd="0" destOrd="0" presId="urn:microsoft.com/office/officeart/2005/8/layout/chevron1"/>
    <dgm:cxn modelId="{ED112A92-B3FC-42BA-BB91-66BF69BB648A}" srcId="{74926388-AA5A-43DD-9904-283AAB7A1795}" destId="{345B82C6-C3A8-4455-AED9-406B0A726BDB}" srcOrd="8" destOrd="0" parTransId="{FB436EFA-28C6-4484-84C5-98F7C4DD8311}" sibTransId="{CF412F56-9576-4BD5-88F3-A100EE1B4921}"/>
    <dgm:cxn modelId="{0EB37799-9882-42AE-A9D2-78531C1DE13E}" type="presOf" srcId="{415F2F0C-2E91-445A-9ACD-626BC6CAA9D0}" destId="{31A086FA-0E63-4D66-B133-069B8691B9E4}" srcOrd="0" destOrd="0" presId="urn:microsoft.com/office/officeart/2005/8/layout/chevron1"/>
    <dgm:cxn modelId="{CE17979A-279C-4F2F-9225-EE205D8D36DF}" type="presOf" srcId="{7AED458D-7FBE-40FE-8C2C-152BFD461E76}" destId="{7DF2B565-0A8E-441A-BF4A-09FFA3B777CF}" srcOrd="0" destOrd="0" presId="urn:microsoft.com/office/officeart/2005/8/layout/chevron1"/>
    <dgm:cxn modelId="{AC0D79BD-51AA-497C-BAA2-9F454E28E3F1}" srcId="{74926388-AA5A-43DD-9904-283AAB7A1795}" destId="{5E4EE46D-E710-48B4-A012-61A810D326C5}" srcOrd="0" destOrd="0" parTransId="{D6E90C6E-184A-45DF-B0AF-C3560A97651B}" sibTransId="{637C1F3D-AD5B-474E-90B2-C138DBE65A7F}"/>
    <dgm:cxn modelId="{B729D2C1-1D74-4B72-97F4-2FD7110457CE}" type="presOf" srcId="{E3A44B3F-2511-4944-90F1-BD25C1F1B5F7}" destId="{3DA55AF3-A82A-467D-96D8-9100C08F33A4}" srcOrd="0" destOrd="0" presId="urn:microsoft.com/office/officeart/2005/8/layout/chevron1"/>
    <dgm:cxn modelId="{5FC3E5C4-F3E0-4CA0-A4E1-C95D9FE07F9B}" srcId="{74926388-AA5A-43DD-9904-283AAB7A1795}" destId="{9F995C28-A183-4214-A84F-B1C9250840F4}" srcOrd="2" destOrd="0" parTransId="{CDF14534-CA9F-4E29-A27E-316AA69D79A7}" sibTransId="{CBC28811-E029-47F2-B13E-0D01A81D0CD5}"/>
    <dgm:cxn modelId="{E5B119DA-D918-4AE2-BE57-08D251FBDE38}" type="presOf" srcId="{645A83FE-D5F5-431D-A91C-20B6BEBFD24C}" destId="{5B7CCF94-BFA4-4CDA-9E06-30CE5A77BB15}" srcOrd="0" destOrd="0" presId="urn:microsoft.com/office/officeart/2005/8/layout/chevron1"/>
    <dgm:cxn modelId="{B5AC47F1-BA1F-4145-B7BB-8FDE7096B05B}" srcId="{74926388-AA5A-43DD-9904-283AAB7A1795}" destId="{645A83FE-D5F5-431D-A91C-20B6BEBFD24C}" srcOrd="3" destOrd="0" parTransId="{AB383FA7-9D4C-4DE7-9E50-983F7C34938E}" sibTransId="{1D85AB95-7B1B-4053-B747-720D8B88EFAD}"/>
    <dgm:cxn modelId="{9A3D11BD-01E1-4B3D-A1BD-F6F32AABE9D4}" type="presParOf" srcId="{EA778BBF-754E-4324-BFE2-D54C8434AA36}" destId="{3319C834-8582-432B-B32B-AE320A7286E9}" srcOrd="0" destOrd="0" presId="urn:microsoft.com/office/officeart/2005/8/layout/chevron1"/>
    <dgm:cxn modelId="{16988562-6DD7-49C7-B1BD-F085FB22D695}" type="presParOf" srcId="{EA778BBF-754E-4324-BFE2-D54C8434AA36}" destId="{B2C4C985-AEA8-4EB7-8609-E2EFABDFE5A6}" srcOrd="1" destOrd="0" presId="urn:microsoft.com/office/officeart/2005/8/layout/chevron1"/>
    <dgm:cxn modelId="{CBFBB757-F7D5-4A41-92F2-455F501B012C}" type="presParOf" srcId="{EA778BBF-754E-4324-BFE2-D54C8434AA36}" destId="{873A084E-2B6A-429D-94BE-B8A2F93E59BD}" srcOrd="2" destOrd="0" presId="urn:microsoft.com/office/officeart/2005/8/layout/chevron1"/>
    <dgm:cxn modelId="{42FFC538-A29E-4F41-BE0E-E5322E9890CA}" type="presParOf" srcId="{EA778BBF-754E-4324-BFE2-D54C8434AA36}" destId="{7B7EA429-F6A6-46F2-BA26-C8720C994114}" srcOrd="3" destOrd="0" presId="urn:microsoft.com/office/officeart/2005/8/layout/chevron1"/>
    <dgm:cxn modelId="{53E2C94F-7582-4014-8DE1-ADB9F1202AE9}" type="presParOf" srcId="{EA778BBF-754E-4324-BFE2-D54C8434AA36}" destId="{D60B580D-8CF1-49D4-B936-37A5041F6C2F}" srcOrd="4" destOrd="0" presId="urn:microsoft.com/office/officeart/2005/8/layout/chevron1"/>
    <dgm:cxn modelId="{F4A62DF2-9F97-4D17-AD0F-2D38AEC3F4AD}" type="presParOf" srcId="{EA778BBF-754E-4324-BFE2-D54C8434AA36}" destId="{56DE67C1-12AC-4537-B091-DD3CA434F618}" srcOrd="5" destOrd="0" presId="urn:microsoft.com/office/officeart/2005/8/layout/chevron1"/>
    <dgm:cxn modelId="{406B8BEC-3F26-4C0E-9025-D31B2C99444F}" type="presParOf" srcId="{EA778BBF-754E-4324-BFE2-D54C8434AA36}" destId="{5B7CCF94-BFA4-4CDA-9E06-30CE5A77BB15}" srcOrd="6" destOrd="0" presId="urn:microsoft.com/office/officeart/2005/8/layout/chevron1"/>
    <dgm:cxn modelId="{4ABCC818-4147-4350-96F5-E87CFDD16789}" type="presParOf" srcId="{EA778BBF-754E-4324-BFE2-D54C8434AA36}" destId="{7EA8DAA0-B55D-43E6-9C4C-83828E6BFB9E}" srcOrd="7" destOrd="0" presId="urn:microsoft.com/office/officeart/2005/8/layout/chevron1"/>
    <dgm:cxn modelId="{ED704E43-3C40-4A69-9B24-A3F852DCD741}" type="presParOf" srcId="{EA778BBF-754E-4324-BFE2-D54C8434AA36}" destId="{7DF2B565-0A8E-441A-BF4A-09FFA3B777CF}" srcOrd="8" destOrd="0" presId="urn:microsoft.com/office/officeart/2005/8/layout/chevron1"/>
    <dgm:cxn modelId="{6B448771-E9C8-4350-A09E-C926C1063D60}" type="presParOf" srcId="{EA778BBF-754E-4324-BFE2-D54C8434AA36}" destId="{AA99DE5C-DA84-4517-856A-A8B4671DBC49}" srcOrd="9" destOrd="0" presId="urn:microsoft.com/office/officeart/2005/8/layout/chevron1"/>
    <dgm:cxn modelId="{67A944BE-F775-4582-8FC3-483CBE56360F}" type="presParOf" srcId="{EA778BBF-754E-4324-BFE2-D54C8434AA36}" destId="{B8574698-9433-420B-B19B-F4E8633AA23B}" srcOrd="10" destOrd="0" presId="urn:microsoft.com/office/officeart/2005/8/layout/chevron1"/>
    <dgm:cxn modelId="{A59AB1BF-8AF3-4560-AACE-9FE2A6658A02}" type="presParOf" srcId="{EA778BBF-754E-4324-BFE2-D54C8434AA36}" destId="{3CE66576-19CB-46E4-A098-35B9A47A0E08}" srcOrd="11" destOrd="0" presId="urn:microsoft.com/office/officeart/2005/8/layout/chevron1"/>
    <dgm:cxn modelId="{2C47A989-3EE7-4A6B-9108-A98FBC93456F}" type="presParOf" srcId="{EA778BBF-754E-4324-BFE2-D54C8434AA36}" destId="{3DA55AF3-A82A-467D-96D8-9100C08F33A4}" srcOrd="12" destOrd="0" presId="urn:microsoft.com/office/officeart/2005/8/layout/chevron1"/>
    <dgm:cxn modelId="{88929B37-33F6-4007-A4BD-02DEDEF5A66C}" type="presParOf" srcId="{EA778BBF-754E-4324-BFE2-D54C8434AA36}" destId="{44DDEBAB-4643-4DE8-9CB8-C0167936A168}" srcOrd="13" destOrd="0" presId="urn:microsoft.com/office/officeart/2005/8/layout/chevron1"/>
    <dgm:cxn modelId="{50744ACC-8956-40B5-9EE1-B7EB1A6D2BBE}" type="presParOf" srcId="{EA778BBF-754E-4324-BFE2-D54C8434AA36}" destId="{31A086FA-0E63-4D66-B133-069B8691B9E4}" srcOrd="14" destOrd="0" presId="urn:microsoft.com/office/officeart/2005/8/layout/chevron1"/>
    <dgm:cxn modelId="{18E54BBF-E9B6-4F9F-822C-7B2F7AEA01FA}" type="presParOf" srcId="{EA778BBF-754E-4324-BFE2-D54C8434AA36}" destId="{59EA3CC6-A2E9-4B73-BC00-99F76E78A3D4}" srcOrd="15" destOrd="0" presId="urn:microsoft.com/office/officeart/2005/8/layout/chevron1"/>
    <dgm:cxn modelId="{1D49A4F9-8ED8-448E-97EC-6789A20E6468}" type="presParOf" srcId="{EA778BBF-754E-4324-BFE2-D54C8434AA36}" destId="{1C03E8E1-5A22-4F31-9843-0BF10B12B0A0}" srcOrd="16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74926388-AA5A-43DD-9904-283AAB7A1795}" type="doc">
      <dgm:prSet loTypeId="urn:microsoft.com/office/officeart/2005/8/layout/chevron1" loCatId="process" qsTypeId="urn:microsoft.com/office/officeart/2005/8/quickstyle/simple1" qsCatId="simple" csTypeId="urn:microsoft.com/office/officeart/2005/8/colors/accent1_2" csCatId="accent1" phldr="1"/>
      <dgm:spPr/>
    </dgm:pt>
    <dgm:pt modelId="{5E4EE46D-E710-48B4-A012-61A810D326C5}">
      <dgm:prSet phldrT="[Text]"/>
      <dgm:spPr>
        <a:solidFill>
          <a:schemeClr val="bg1">
            <a:lumMod val="85000"/>
          </a:schemeClr>
        </a:solidFill>
      </dgm:spPr>
      <dgm:t>
        <a:bodyPr/>
        <a:lstStyle/>
        <a:p>
          <a:r>
            <a:rPr lang="en-AU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Project Background &amp; Problem Statement</a:t>
          </a:r>
        </a:p>
      </dgm:t>
    </dgm:pt>
    <dgm:pt modelId="{D6E90C6E-184A-45DF-B0AF-C3560A97651B}" type="parTrans" cxnId="{AC0D79BD-51AA-497C-BAA2-9F454E28E3F1}">
      <dgm:prSet/>
      <dgm:spPr/>
      <dgm:t>
        <a:bodyPr/>
        <a:lstStyle/>
        <a:p>
          <a:endParaRPr lang="en-AU"/>
        </a:p>
      </dgm:t>
    </dgm:pt>
    <dgm:pt modelId="{637C1F3D-AD5B-474E-90B2-C138DBE65A7F}" type="sibTrans" cxnId="{AC0D79BD-51AA-497C-BAA2-9F454E28E3F1}">
      <dgm:prSet/>
      <dgm:spPr/>
      <dgm:t>
        <a:bodyPr/>
        <a:lstStyle/>
        <a:p>
          <a:endParaRPr lang="en-AU"/>
        </a:p>
      </dgm:t>
    </dgm:pt>
    <dgm:pt modelId="{2BB1ADB2-5444-478E-A523-EE104BB6D7A5}">
      <dgm:prSet phldrT="[Text]"/>
      <dgm:spPr>
        <a:solidFill>
          <a:schemeClr val="bg1">
            <a:lumMod val="85000"/>
          </a:schemeClr>
        </a:solidFill>
        <a:ln>
          <a:solidFill>
            <a:schemeClr val="bg1"/>
          </a:solidFill>
        </a:ln>
      </dgm:spPr>
      <dgm:t>
        <a:bodyPr/>
        <a:lstStyle/>
        <a:p>
          <a:r>
            <a:rPr lang="en-AU" b="0" noProof="0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Methodology &amp; Approach</a:t>
          </a:r>
          <a:endParaRPr lang="en-AU" b="0" dirty="0">
            <a:solidFill>
              <a:schemeClr val="tx1">
                <a:lumMod val="50000"/>
                <a:lumOff val="50000"/>
              </a:schemeClr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4826607E-FB1B-417D-BBFC-695A5831E6A6}" type="parTrans" cxnId="{B7D57F10-CB86-415F-A524-D62297A7E3E9}">
      <dgm:prSet/>
      <dgm:spPr/>
      <dgm:t>
        <a:bodyPr/>
        <a:lstStyle/>
        <a:p>
          <a:endParaRPr lang="en-AU"/>
        </a:p>
      </dgm:t>
    </dgm:pt>
    <dgm:pt modelId="{ED2E3B63-A5C1-4D90-9E1A-44C52AB6E09D}" type="sibTrans" cxnId="{B7D57F10-CB86-415F-A524-D62297A7E3E9}">
      <dgm:prSet/>
      <dgm:spPr/>
      <dgm:t>
        <a:bodyPr/>
        <a:lstStyle/>
        <a:p>
          <a:endParaRPr lang="en-AU"/>
        </a:p>
      </dgm:t>
    </dgm:pt>
    <dgm:pt modelId="{9F995C28-A183-4214-A84F-B1C9250840F4}">
      <dgm:prSet phldrT="[Text]"/>
      <dgm:spPr>
        <a:solidFill>
          <a:schemeClr val="bg1">
            <a:lumMod val="85000"/>
          </a:schemeClr>
        </a:solidFill>
        <a:ln>
          <a:solidFill>
            <a:schemeClr val="bg1"/>
          </a:solidFill>
        </a:ln>
      </dgm:spPr>
      <dgm:t>
        <a:bodyPr/>
        <a:lstStyle/>
        <a:p>
          <a:r>
            <a:rPr lang="en-AU" b="0" noProof="0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Justification of Techniques</a:t>
          </a:r>
          <a:endParaRPr lang="en-AU" b="0" dirty="0">
            <a:solidFill>
              <a:schemeClr val="tx1">
                <a:lumMod val="50000"/>
                <a:lumOff val="50000"/>
              </a:schemeClr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CDF14534-CA9F-4E29-A27E-316AA69D79A7}" type="parTrans" cxnId="{5FC3E5C4-F3E0-4CA0-A4E1-C95D9FE07F9B}">
      <dgm:prSet/>
      <dgm:spPr/>
      <dgm:t>
        <a:bodyPr/>
        <a:lstStyle/>
        <a:p>
          <a:endParaRPr lang="en-AU"/>
        </a:p>
      </dgm:t>
    </dgm:pt>
    <dgm:pt modelId="{CBC28811-E029-47F2-B13E-0D01A81D0CD5}" type="sibTrans" cxnId="{5FC3E5C4-F3E0-4CA0-A4E1-C95D9FE07F9B}">
      <dgm:prSet/>
      <dgm:spPr/>
      <dgm:t>
        <a:bodyPr/>
        <a:lstStyle/>
        <a:p>
          <a:endParaRPr lang="en-AU"/>
        </a:p>
      </dgm:t>
    </dgm:pt>
    <dgm:pt modelId="{645A83FE-D5F5-431D-A91C-20B6BEBFD24C}">
      <dgm:prSet/>
      <dgm:spPr>
        <a:solidFill>
          <a:schemeClr val="bg1">
            <a:lumMod val="85000"/>
          </a:schemeClr>
        </a:solidFill>
        <a:ln>
          <a:solidFill>
            <a:schemeClr val="bg1"/>
          </a:solidFill>
        </a:ln>
      </dgm:spPr>
      <dgm:t>
        <a:bodyPr/>
        <a:lstStyle/>
        <a:p>
          <a:r>
            <a:rPr lang="en-AU" b="0" noProof="0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Architecture Consistency &amp; Design</a:t>
          </a:r>
          <a:endParaRPr lang="en-AU" b="0" dirty="0">
            <a:solidFill>
              <a:schemeClr val="tx1">
                <a:lumMod val="50000"/>
                <a:lumOff val="50000"/>
              </a:schemeClr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AB383FA7-9D4C-4DE7-9E50-983F7C34938E}" type="parTrans" cxnId="{B5AC47F1-BA1F-4145-B7BB-8FDE7096B05B}">
      <dgm:prSet/>
      <dgm:spPr/>
      <dgm:t>
        <a:bodyPr/>
        <a:lstStyle/>
        <a:p>
          <a:endParaRPr lang="en-AU"/>
        </a:p>
      </dgm:t>
    </dgm:pt>
    <dgm:pt modelId="{1D85AB95-7B1B-4053-B747-720D8B88EFAD}" type="sibTrans" cxnId="{B5AC47F1-BA1F-4145-B7BB-8FDE7096B05B}">
      <dgm:prSet/>
      <dgm:spPr/>
      <dgm:t>
        <a:bodyPr/>
        <a:lstStyle/>
        <a:p>
          <a:endParaRPr lang="en-AU"/>
        </a:p>
      </dgm:t>
    </dgm:pt>
    <dgm:pt modelId="{7AED458D-7FBE-40FE-8C2C-152BFD461E76}">
      <dgm:prSet/>
      <dgm:spPr>
        <a:solidFill>
          <a:schemeClr val="accent1"/>
        </a:solidFill>
        <a:ln>
          <a:solidFill>
            <a:srgbClr val="FF0000"/>
          </a:solidFill>
        </a:ln>
      </dgm:spPr>
      <dgm:t>
        <a:bodyPr/>
        <a:lstStyle/>
        <a:p>
          <a:r>
            <a:rPr lang="en-AU" b="1" dirty="0">
              <a:solidFill>
                <a:srgbClr val="FFC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Visual Walkthrough (Sample Dashboard)</a:t>
          </a:r>
        </a:p>
      </dgm:t>
    </dgm:pt>
    <dgm:pt modelId="{9A8ABC44-CDCA-4C9F-BBCB-7B522B7C7C61}" type="parTrans" cxnId="{99037112-182C-4BE3-AE76-D087FF09DEDC}">
      <dgm:prSet/>
      <dgm:spPr/>
      <dgm:t>
        <a:bodyPr/>
        <a:lstStyle/>
        <a:p>
          <a:endParaRPr lang="en-AU"/>
        </a:p>
      </dgm:t>
    </dgm:pt>
    <dgm:pt modelId="{18703457-32C9-4CF0-B6DC-64E421DCD496}" type="sibTrans" cxnId="{99037112-182C-4BE3-AE76-D087FF09DEDC}">
      <dgm:prSet/>
      <dgm:spPr/>
      <dgm:t>
        <a:bodyPr/>
        <a:lstStyle/>
        <a:p>
          <a:endParaRPr lang="en-AU"/>
        </a:p>
      </dgm:t>
    </dgm:pt>
    <dgm:pt modelId="{E3A44B3F-2511-4944-90F1-BD25C1F1B5F7}">
      <dgm:prSet/>
      <dgm:spPr/>
      <dgm:t>
        <a:bodyPr/>
        <a:lstStyle/>
        <a:p>
          <a:r>
            <a:rPr lang="en-AU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Value Delivered to Secora</a:t>
          </a:r>
        </a:p>
      </dgm:t>
    </dgm:pt>
    <dgm:pt modelId="{6114E150-CB88-42BA-A7BC-688E29B96DCC}" type="parTrans" cxnId="{1C745C7B-7016-47AF-BC34-AE7297F30ADE}">
      <dgm:prSet/>
      <dgm:spPr/>
      <dgm:t>
        <a:bodyPr/>
        <a:lstStyle/>
        <a:p>
          <a:endParaRPr lang="en-AU"/>
        </a:p>
      </dgm:t>
    </dgm:pt>
    <dgm:pt modelId="{17554E49-4B88-4F62-9A64-2BE51DB30324}" type="sibTrans" cxnId="{1C745C7B-7016-47AF-BC34-AE7297F30ADE}">
      <dgm:prSet/>
      <dgm:spPr/>
      <dgm:t>
        <a:bodyPr/>
        <a:lstStyle/>
        <a:p>
          <a:endParaRPr lang="en-AU"/>
        </a:p>
      </dgm:t>
    </dgm:pt>
    <dgm:pt modelId="{56051EE8-BF4F-42D7-9282-2210D0B95DB2}">
      <dgm:prSet/>
      <dgm:spPr/>
      <dgm:t>
        <a:bodyPr/>
        <a:lstStyle/>
        <a:p>
          <a:r>
            <a:rPr lang="en-AU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Validation &amp; Demo Feedback</a:t>
          </a:r>
        </a:p>
      </dgm:t>
    </dgm:pt>
    <dgm:pt modelId="{9E50DCD7-C46B-471F-8F10-411A1DE2B93A}" type="parTrans" cxnId="{69A11C48-42F7-4F01-B2E4-4139164D1030}">
      <dgm:prSet/>
      <dgm:spPr/>
      <dgm:t>
        <a:bodyPr/>
        <a:lstStyle/>
        <a:p>
          <a:endParaRPr lang="en-AU"/>
        </a:p>
      </dgm:t>
    </dgm:pt>
    <dgm:pt modelId="{8752361C-9E26-4912-AA86-57F06B4D07C0}" type="sibTrans" cxnId="{69A11C48-42F7-4F01-B2E4-4139164D1030}">
      <dgm:prSet/>
      <dgm:spPr/>
      <dgm:t>
        <a:bodyPr/>
        <a:lstStyle/>
        <a:p>
          <a:endParaRPr lang="en-AU"/>
        </a:p>
      </dgm:t>
    </dgm:pt>
    <dgm:pt modelId="{345B82C6-C3A8-4455-AED9-406B0A726BDB}">
      <dgm:prSet/>
      <dgm:spPr/>
      <dgm:t>
        <a:bodyPr/>
        <a:lstStyle/>
        <a:p>
          <a:r>
            <a:rPr lang="en-AU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Reflection &amp; Learning</a:t>
          </a:r>
        </a:p>
      </dgm:t>
    </dgm:pt>
    <dgm:pt modelId="{FB436EFA-28C6-4484-84C5-98F7C4DD8311}" type="parTrans" cxnId="{ED112A92-B3FC-42BA-BB91-66BF69BB648A}">
      <dgm:prSet/>
      <dgm:spPr/>
      <dgm:t>
        <a:bodyPr/>
        <a:lstStyle/>
        <a:p>
          <a:endParaRPr lang="en-AU"/>
        </a:p>
      </dgm:t>
    </dgm:pt>
    <dgm:pt modelId="{CF412F56-9576-4BD5-88F3-A100EE1B4921}" type="sibTrans" cxnId="{ED112A92-B3FC-42BA-BB91-66BF69BB648A}">
      <dgm:prSet/>
      <dgm:spPr/>
      <dgm:t>
        <a:bodyPr/>
        <a:lstStyle/>
        <a:p>
          <a:endParaRPr lang="en-AU"/>
        </a:p>
      </dgm:t>
    </dgm:pt>
    <dgm:pt modelId="{B82D24AF-4A8F-4486-AA4C-8DE0B44BA86A}">
      <dgm:prSet/>
      <dgm:spPr/>
      <dgm:t>
        <a:bodyPr/>
        <a:lstStyle/>
        <a:p>
          <a:r>
            <a:rPr lang="en-AU">
              <a:latin typeface="Times New Roman" panose="02020603050405020304" pitchFamily="18" charset="0"/>
              <a:cs typeface="Times New Roman" panose="02020603050405020304" pitchFamily="18" charset="0"/>
            </a:rPr>
            <a:t>Challenges &amp; Resolutions</a:t>
          </a:r>
        </a:p>
      </dgm:t>
    </dgm:pt>
    <dgm:pt modelId="{213AC816-8FFD-4362-AD18-05D64A0BD0A4}" type="parTrans" cxnId="{427686A6-A2DB-4EA9-94A9-65F1CD8A0D76}">
      <dgm:prSet/>
      <dgm:spPr/>
      <dgm:t>
        <a:bodyPr/>
        <a:lstStyle/>
        <a:p>
          <a:endParaRPr lang="en-AU"/>
        </a:p>
      </dgm:t>
    </dgm:pt>
    <dgm:pt modelId="{D17A0F28-EF92-46BE-B07A-57DE0AD4DC79}" type="sibTrans" cxnId="{427686A6-A2DB-4EA9-94A9-65F1CD8A0D76}">
      <dgm:prSet/>
      <dgm:spPr/>
      <dgm:t>
        <a:bodyPr/>
        <a:lstStyle/>
        <a:p>
          <a:endParaRPr lang="en-AU"/>
        </a:p>
      </dgm:t>
    </dgm:pt>
    <dgm:pt modelId="{EA778BBF-754E-4324-BFE2-D54C8434AA36}" type="pres">
      <dgm:prSet presAssocID="{74926388-AA5A-43DD-9904-283AAB7A1795}" presName="Name0" presStyleCnt="0">
        <dgm:presLayoutVars>
          <dgm:dir/>
          <dgm:animLvl val="lvl"/>
          <dgm:resizeHandles val="exact"/>
        </dgm:presLayoutVars>
      </dgm:prSet>
      <dgm:spPr/>
    </dgm:pt>
    <dgm:pt modelId="{3319C834-8582-432B-B32B-AE320A7286E9}" type="pres">
      <dgm:prSet presAssocID="{5E4EE46D-E710-48B4-A012-61A810D326C5}" presName="parTxOnly" presStyleLbl="node1" presStyleIdx="0" presStyleCnt="9">
        <dgm:presLayoutVars>
          <dgm:chMax val="0"/>
          <dgm:chPref val="0"/>
          <dgm:bulletEnabled val="1"/>
        </dgm:presLayoutVars>
      </dgm:prSet>
      <dgm:spPr/>
    </dgm:pt>
    <dgm:pt modelId="{B2C4C985-AEA8-4EB7-8609-E2EFABDFE5A6}" type="pres">
      <dgm:prSet presAssocID="{637C1F3D-AD5B-474E-90B2-C138DBE65A7F}" presName="parTxOnlySpace" presStyleCnt="0"/>
      <dgm:spPr/>
    </dgm:pt>
    <dgm:pt modelId="{873A084E-2B6A-429D-94BE-B8A2F93E59BD}" type="pres">
      <dgm:prSet presAssocID="{2BB1ADB2-5444-478E-A523-EE104BB6D7A5}" presName="parTxOnly" presStyleLbl="node1" presStyleIdx="1" presStyleCnt="9">
        <dgm:presLayoutVars>
          <dgm:chMax val="0"/>
          <dgm:chPref val="0"/>
          <dgm:bulletEnabled val="1"/>
        </dgm:presLayoutVars>
      </dgm:prSet>
      <dgm:spPr/>
    </dgm:pt>
    <dgm:pt modelId="{7B7EA429-F6A6-46F2-BA26-C8720C994114}" type="pres">
      <dgm:prSet presAssocID="{ED2E3B63-A5C1-4D90-9E1A-44C52AB6E09D}" presName="parTxOnlySpace" presStyleCnt="0"/>
      <dgm:spPr/>
    </dgm:pt>
    <dgm:pt modelId="{D60B580D-8CF1-49D4-B936-37A5041F6C2F}" type="pres">
      <dgm:prSet presAssocID="{9F995C28-A183-4214-A84F-B1C9250840F4}" presName="parTxOnly" presStyleLbl="node1" presStyleIdx="2" presStyleCnt="9">
        <dgm:presLayoutVars>
          <dgm:chMax val="0"/>
          <dgm:chPref val="0"/>
          <dgm:bulletEnabled val="1"/>
        </dgm:presLayoutVars>
      </dgm:prSet>
      <dgm:spPr/>
    </dgm:pt>
    <dgm:pt modelId="{56DE67C1-12AC-4537-B091-DD3CA434F618}" type="pres">
      <dgm:prSet presAssocID="{CBC28811-E029-47F2-B13E-0D01A81D0CD5}" presName="parTxOnlySpace" presStyleCnt="0"/>
      <dgm:spPr/>
    </dgm:pt>
    <dgm:pt modelId="{5B7CCF94-BFA4-4CDA-9E06-30CE5A77BB15}" type="pres">
      <dgm:prSet presAssocID="{645A83FE-D5F5-431D-A91C-20B6BEBFD24C}" presName="parTxOnly" presStyleLbl="node1" presStyleIdx="3" presStyleCnt="9">
        <dgm:presLayoutVars>
          <dgm:chMax val="0"/>
          <dgm:chPref val="0"/>
          <dgm:bulletEnabled val="1"/>
        </dgm:presLayoutVars>
      </dgm:prSet>
      <dgm:spPr/>
    </dgm:pt>
    <dgm:pt modelId="{7EA8DAA0-B55D-43E6-9C4C-83828E6BFB9E}" type="pres">
      <dgm:prSet presAssocID="{1D85AB95-7B1B-4053-B747-720D8B88EFAD}" presName="parTxOnlySpace" presStyleCnt="0"/>
      <dgm:spPr/>
    </dgm:pt>
    <dgm:pt modelId="{7DF2B565-0A8E-441A-BF4A-09FFA3B777CF}" type="pres">
      <dgm:prSet presAssocID="{7AED458D-7FBE-40FE-8C2C-152BFD461E76}" presName="parTxOnly" presStyleLbl="node1" presStyleIdx="4" presStyleCnt="9">
        <dgm:presLayoutVars>
          <dgm:chMax val="0"/>
          <dgm:chPref val="0"/>
          <dgm:bulletEnabled val="1"/>
        </dgm:presLayoutVars>
      </dgm:prSet>
      <dgm:spPr/>
    </dgm:pt>
    <dgm:pt modelId="{AA99DE5C-DA84-4517-856A-A8B4671DBC49}" type="pres">
      <dgm:prSet presAssocID="{18703457-32C9-4CF0-B6DC-64E421DCD496}" presName="parTxOnlySpace" presStyleCnt="0"/>
      <dgm:spPr/>
    </dgm:pt>
    <dgm:pt modelId="{B8574698-9433-420B-B19B-F4E8633AA23B}" type="pres">
      <dgm:prSet presAssocID="{56051EE8-BF4F-42D7-9282-2210D0B95DB2}" presName="parTxOnly" presStyleLbl="node1" presStyleIdx="5" presStyleCnt="9">
        <dgm:presLayoutVars>
          <dgm:chMax val="0"/>
          <dgm:chPref val="0"/>
          <dgm:bulletEnabled val="1"/>
        </dgm:presLayoutVars>
      </dgm:prSet>
      <dgm:spPr/>
    </dgm:pt>
    <dgm:pt modelId="{3CE66576-19CB-46E4-A098-35B9A47A0E08}" type="pres">
      <dgm:prSet presAssocID="{8752361C-9E26-4912-AA86-57F06B4D07C0}" presName="parTxOnlySpace" presStyleCnt="0"/>
      <dgm:spPr/>
    </dgm:pt>
    <dgm:pt modelId="{3DA55AF3-A82A-467D-96D8-9100C08F33A4}" type="pres">
      <dgm:prSet presAssocID="{E3A44B3F-2511-4944-90F1-BD25C1F1B5F7}" presName="parTxOnly" presStyleLbl="node1" presStyleIdx="6" presStyleCnt="9">
        <dgm:presLayoutVars>
          <dgm:chMax val="0"/>
          <dgm:chPref val="0"/>
          <dgm:bulletEnabled val="1"/>
        </dgm:presLayoutVars>
      </dgm:prSet>
      <dgm:spPr/>
    </dgm:pt>
    <dgm:pt modelId="{44DDEBAB-4643-4DE8-9CB8-C0167936A168}" type="pres">
      <dgm:prSet presAssocID="{17554E49-4B88-4F62-9A64-2BE51DB30324}" presName="parTxOnlySpace" presStyleCnt="0"/>
      <dgm:spPr/>
    </dgm:pt>
    <dgm:pt modelId="{7BEEFC8C-098D-4C41-B8A1-9788799FC0D9}" type="pres">
      <dgm:prSet presAssocID="{B82D24AF-4A8F-4486-AA4C-8DE0B44BA86A}" presName="parTxOnly" presStyleLbl="node1" presStyleIdx="7" presStyleCnt="9">
        <dgm:presLayoutVars>
          <dgm:chMax val="0"/>
          <dgm:chPref val="0"/>
          <dgm:bulletEnabled val="1"/>
        </dgm:presLayoutVars>
      </dgm:prSet>
      <dgm:spPr/>
    </dgm:pt>
    <dgm:pt modelId="{0C87725F-4174-47ED-8687-F979F0D9B1BD}" type="pres">
      <dgm:prSet presAssocID="{D17A0F28-EF92-46BE-B07A-57DE0AD4DC79}" presName="parTxOnlySpace" presStyleCnt="0"/>
      <dgm:spPr/>
    </dgm:pt>
    <dgm:pt modelId="{1C03E8E1-5A22-4F31-9843-0BF10B12B0A0}" type="pres">
      <dgm:prSet presAssocID="{345B82C6-C3A8-4455-AED9-406B0A726BDB}" presName="parTxOnly" presStyleLbl="node1" presStyleIdx="8" presStyleCnt="9">
        <dgm:presLayoutVars>
          <dgm:chMax val="0"/>
          <dgm:chPref val="0"/>
          <dgm:bulletEnabled val="1"/>
        </dgm:presLayoutVars>
      </dgm:prSet>
      <dgm:spPr/>
    </dgm:pt>
  </dgm:ptLst>
  <dgm:cxnLst>
    <dgm:cxn modelId="{B7D57F10-CB86-415F-A524-D62297A7E3E9}" srcId="{74926388-AA5A-43DD-9904-283AAB7A1795}" destId="{2BB1ADB2-5444-478E-A523-EE104BB6D7A5}" srcOrd="1" destOrd="0" parTransId="{4826607E-FB1B-417D-BBFC-695A5831E6A6}" sibTransId="{ED2E3B63-A5C1-4D90-9E1A-44C52AB6E09D}"/>
    <dgm:cxn modelId="{99037112-182C-4BE3-AE76-D087FF09DEDC}" srcId="{74926388-AA5A-43DD-9904-283AAB7A1795}" destId="{7AED458D-7FBE-40FE-8C2C-152BFD461E76}" srcOrd="4" destOrd="0" parTransId="{9A8ABC44-CDCA-4C9F-BBCB-7B522B7C7C61}" sibTransId="{18703457-32C9-4CF0-B6DC-64E421DCD496}"/>
    <dgm:cxn modelId="{8C31901B-9953-460C-A432-3628A54A8ECF}" type="presOf" srcId="{E3A44B3F-2511-4944-90F1-BD25C1F1B5F7}" destId="{3DA55AF3-A82A-467D-96D8-9100C08F33A4}" srcOrd="0" destOrd="0" presId="urn:microsoft.com/office/officeart/2005/8/layout/chevron1"/>
    <dgm:cxn modelId="{0948AA1C-8140-49D5-A290-04C80A6C723E}" type="presOf" srcId="{9F995C28-A183-4214-A84F-B1C9250840F4}" destId="{D60B580D-8CF1-49D4-B936-37A5041F6C2F}" srcOrd="0" destOrd="0" presId="urn:microsoft.com/office/officeart/2005/8/layout/chevron1"/>
    <dgm:cxn modelId="{F936172F-6E82-4AC9-93B3-E80B2F6A03C8}" type="presOf" srcId="{645A83FE-D5F5-431D-A91C-20B6BEBFD24C}" destId="{5B7CCF94-BFA4-4CDA-9E06-30CE5A77BB15}" srcOrd="0" destOrd="0" presId="urn:microsoft.com/office/officeart/2005/8/layout/chevron1"/>
    <dgm:cxn modelId="{F835175F-287D-42CA-A4E7-069C16038CD7}" type="presOf" srcId="{B82D24AF-4A8F-4486-AA4C-8DE0B44BA86A}" destId="{7BEEFC8C-098D-4C41-B8A1-9788799FC0D9}" srcOrd="0" destOrd="0" presId="urn:microsoft.com/office/officeart/2005/8/layout/chevron1"/>
    <dgm:cxn modelId="{69A11C48-42F7-4F01-B2E4-4139164D1030}" srcId="{74926388-AA5A-43DD-9904-283AAB7A1795}" destId="{56051EE8-BF4F-42D7-9282-2210D0B95DB2}" srcOrd="5" destOrd="0" parTransId="{9E50DCD7-C46B-471F-8F10-411A1DE2B93A}" sibTransId="{8752361C-9E26-4912-AA86-57F06B4D07C0}"/>
    <dgm:cxn modelId="{D1135A76-B2B0-4CB9-AF0F-F4B70DD2F7D0}" type="presOf" srcId="{345B82C6-C3A8-4455-AED9-406B0A726BDB}" destId="{1C03E8E1-5A22-4F31-9843-0BF10B12B0A0}" srcOrd="0" destOrd="0" presId="urn:microsoft.com/office/officeart/2005/8/layout/chevron1"/>
    <dgm:cxn modelId="{7ADCAB59-4B58-44C2-959D-96A09B364AA2}" type="presOf" srcId="{74926388-AA5A-43DD-9904-283AAB7A1795}" destId="{EA778BBF-754E-4324-BFE2-D54C8434AA36}" srcOrd="0" destOrd="0" presId="urn:microsoft.com/office/officeart/2005/8/layout/chevron1"/>
    <dgm:cxn modelId="{1C745C7B-7016-47AF-BC34-AE7297F30ADE}" srcId="{74926388-AA5A-43DD-9904-283AAB7A1795}" destId="{E3A44B3F-2511-4944-90F1-BD25C1F1B5F7}" srcOrd="6" destOrd="0" parTransId="{6114E150-CB88-42BA-A7BC-688E29B96DCC}" sibTransId="{17554E49-4B88-4F62-9A64-2BE51DB30324}"/>
    <dgm:cxn modelId="{2E74847B-3F98-4266-8E2F-53CA32D7D8D6}" type="presOf" srcId="{7AED458D-7FBE-40FE-8C2C-152BFD461E76}" destId="{7DF2B565-0A8E-441A-BF4A-09FFA3B777CF}" srcOrd="0" destOrd="0" presId="urn:microsoft.com/office/officeart/2005/8/layout/chevron1"/>
    <dgm:cxn modelId="{42C94190-C700-4468-989F-60381E5C0A57}" type="presOf" srcId="{5E4EE46D-E710-48B4-A012-61A810D326C5}" destId="{3319C834-8582-432B-B32B-AE320A7286E9}" srcOrd="0" destOrd="0" presId="urn:microsoft.com/office/officeart/2005/8/layout/chevron1"/>
    <dgm:cxn modelId="{ED112A92-B3FC-42BA-BB91-66BF69BB648A}" srcId="{74926388-AA5A-43DD-9904-283AAB7A1795}" destId="{345B82C6-C3A8-4455-AED9-406B0A726BDB}" srcOrd="8" destOrd="0" parTransId="{FB436EFA-28C6-4484-84C5-98F7C4DD8311}" sibTransId="{CF412F56-9576-4BD5-88F3-A100EE1B4921}"/>
    <dgm:cxn modelId="{CC203197-0EC0-4497-B41F-BDBC82D0EE37}" type="presOf" srcId="{56051EE8-BF4F-42D7-9282-2210D0B95DB2}" destId="{B8574698-9433-420B-B19B-F4E8633AA23B}" srcOrd="0" destOrd="0" presId="urn:microsoft.com/office/officeart/2005/8/layout/chevron1"/>
    <dgm:cxn modelId="{427686A6-A2DB-4EA9-94A9-65F1CD8A0D76}" srcId="{74926388-AA5A-43DD-9904-283AAB7A1795}" destId="{B82D24AF-4A8F-4486-AA4C-8DE0B44BA86A}" srcOrd="7" destOrd="0" parTransId="{213AC816-8FFD-4362-AD18-05D64A0BD0A4}" sibTransId="{D17A0F28-EF92-46BE-B07A-57DE0AD4DC79}"/>
    <dgm:cxn modelId="{AC0D79BD-51AA-497C-BAA2-9F454E28E3F1}" srcId="{74926388-AA5A-43DD-9904-283AAB7A1795}" destId="{5E4EE46D-E710-48B4-A012-61A810D326C5}" srcOrd="0" destOrd="0" parTransId="{D6E90C6E-184A-45DF-B0AF-C3560A97651B}" sibTransId="{637C1F3D-AD5B-474E-90B2-C138DBE65A7F}"/>
    <dgm:cxn modelId="{5FC3E5C4-F3E0-4CA0-A4E1-C95D9FE07F9B}" srcId="{74926388-AA5A-43DD-9904-283AAB7A1795}" destId="{9F995C28-A183-4214-A84F-B1C9250840F4}" srcOrd="2" destOrd="0" parTransId="{CDF14534-CA9F-4E29-A27E-316AA69D79A7}" sibTransId="{CBC28811-E029-47F2-B13E-0D01A81D0CD5}"/>
    <dgm:cxn modelId="{46DA98E3-8ADF-4056-ADCB-A39E1433774D}" type="presOf" srcId="{2BB1ADB2-5444-478E-A523-EE104BB6D7A5}" destId="{873A084E-2B6A-429D-94BE-B8A2F93E59BD}" srcOrd="0" destOrd="0" presId="urn:microsoft.com/office/officeart/2005/8/layout/chevron1"/>
    <dgm:cxn modelId="{B5AC47F1-BA1F-4145-B7BB-8FDE7096B05B}" srcId="{74926388-AA5A-43DD-9904-283AAB7A1795}" destId="{645A83FE-D5F5-431D-A91C-20B6BEBFD24C}" srcOrd="3" destOrd="0" parTransId="{AB383FA7-9D4C-4DE7-9E50-983F7C34938E}" sibTransId="{1D85AB95-7B1B-4053-B747-720D8B88EFAD}"/>
    <dgm:cxn modelId="{A42E588E-2EDF-49D5-8CFC-8BBE9DDAD30C}" type="presParOf" srcId="{EA778BBF-754E-4324-BFE2-D54C8434AA36}" destId="{3319C834-8582-432B-B32B-AE320A7286E9}" srcOrd="0" destOrd="0" presId="urn:microsoft.com/office/officeart/2005/8/layout/chevron1"/>
    <dgm:cxn modelId="{CF2C01E2-8D8A-482C-BC8C-C2670D0264F2}" type="presParOf" srcId="{EA778BBF-754E-4324-BFE2-D54C8434AA36}" destId="{B2C4C985-AEA8-4EB7-8609-E2EFABDFE5A6}" srcOrd="1" destOrd="0" presId="urn:microsoft.com/office/officeart/2005/8/layout/chevron1"/>
    <dgm:cxn modelId="{994CD900-8BD9-4467-8EC0-712A9FE8EE5C}" type="presParOf" srcId="{EA778BBF-754E-4324-BFE2-D54C8434AA36}" destId="{873A084E-2B6A-429D-94BE-B8A2F93E59BD}" srcOrd="2" destOrd="0" presId="urn:microsoft.com/office/officeart/2005/8/layout/chevron1"/>
    <dgm:cxn modelId="{EAECF6B6-B241-427B-B854-0CC2053E272A}" type="presParOf" srcId="{EA778BBF-754E-4324-BFE2-D54C8434AA36}" destId="{7B7EA429-F6A6-46F2-BA26-C8720C994114}" srcOrd="3" destOrd="0" presId="urn:microsoft.com/office/officeart/2005/8/layout/chevron1"/>
    <dgm:cxn modelId="{BE4CB160-2EDB-4D85-A9D9-9DEF216F2E94}" type="presParOf" srcId="{EA778BBF-754E-4324-BFE2-D54C8434AA36}" destId="{D60B580D-8CF1-49D4-B936-37A5041F6C2F}" srcOrd="4" destOrd="0" presId="urn:microsoft.com/office/officeart/2005/8/layout/chevron1"/>
    <dgm:cxn modelId="{97EDDEA1-5DE9-4E3B-8146-76D7A6280B36}" type="presParOf" srcId="{EA778BBF-754E-4324-BFE2-D54C8434AA36}" destId="{56DE67C1-12AC-4537-B091-DD3CA434F618}" srcOrd="5" destOrd="0" presId="urn:microsoft.com/office/officeart/2005/8/layout/chevron1"/>
    <dgm:cxn modelId="{03BAB742-557F-4815-8319-3C7D0610173D}" type="presParOf" srcId="{EA778BBF-754E-4324-BFE2-D54C8434AA36}" destId="{5B7CCF94-BFA4-4CDA-9E06-30CE5A77BB15}" srcOrd="6" destOrd="0" presId="urn:microsoft.com/office/officeart/2005/8/layout/chevron1"/>
    <dgm:cxn modelId="{364630EC-C808-491B-A9B2-8648C7B2BFB3}" type="presParOf" srcId="{EA778BBF-754E-4324-BFE2-D54C8434AA36}" destId="{7EA8DAA0-B55D-43E6-9C4C-83828E6BFB9E}" srcOrd="7" destOrd="0" presId="urn:microsoft.com/office/officeart/2005/8/layout/chevron1"/>
    <dgm:cxn modelId="{E620BAE6-75F1-4BEE-841A-58C4E87CE8D3}" type="presParOf" srcId="{EA778BBF-754E-4324-BFE2-D54C8434AA36}" destId="{7DF2B565-0A8E-441A-BF4A-09FFA3B777CF}" srcOrd="8" destOrd="0" presId="urn:microsoft.com/office/officeart/2005/8/layout/chevron1"/>
    <dgm:cxn modelId="{AA82E170-6788-4532-AF1C-4A288E6E5420}" type="presParOf" srcId="{EA778BBF-754E-4324-BFE2-D54C8434AA36}" destId="{AA99DE5C-DA84-4517-856A-A8B4671DBC49}" srcOrd="9" destOrd="0" presId="urn:microsoft.com/office/officeart/2005/8/layout/chevron1"/>
    <dgm:cxn modelId="{C38C9348-5A76-4928-A3B5-7A03AF65D0E0}" type="presParOf" srcId="{EA778BBF-754E-4324-BFE2-D54C8434AA36}" destId="{B8574698-9433-420B-B19B-F4E8633AA23B}" srcOrd="10" destOrd="0" presId="urn:microsoft.com/office/officeart/2005/8/layout/chevron1"/>
    <dgm:cxn modelId="{A8C2C854-4042-490E-B3C7-B018A8CD0D48}" type="presParOf" srcId="{EA778BBF-754E-4324-BFE2-D54C8434AA36}" destId="{3CE66576-19CB-46E4-A098-35B9A47A0E08}" srcOrd="11" destOrd="0" presId="urn:microsoft.com/office/officeart/2005/8/layout/chevron1"/>
    <dgm:cxn modelId="{DADAB862-5B16-4806-B2B2-C2D359BAFB49}" type="presParOf" srcId="{EA778BBF-754E-4324-BFE2-D54C8434AA36}" destId="{3DA55AF3-A82A-467D-96D8-9100C08F33A4}" srcOrd="12" destOrd="0" presId="urn:microsoft.com/office/officeart/2005/8/layout/chevron1"/>
    <dgm:cxn modelId="{5ABFE293-9909-42E5-A21C-E423C189BC3F}" type="presParOf" srcId="{EA778BBF-754E-4324-BFE2-D54C8434AA36}" destId="{44DDEBAB-4643-4DE8-9CB8-C0167936A168}" srcOrd="13" destOrd="0" presId="urn:microsoft.com/office/officeart/2005/8/layout/chevron1"/>
    <dgm:cxn modelId="{C730B54A-9FB3-435E-A460-D5176C3B7CA6}" type="presParOf" srcId="{EA778BBF-754E-4324-BFE2-D54C8434AA36}" destId="{7BEEFC8C-098D-4C41-B8A1-9788799FC0D9}" srcOrd="14" destOrd="0" presId="urn:microsoft.com/office/officeart/2005/8/layout/chevron1"/>
    <dgm:cxn modelId="{BDD253E8-E0B2-41A2-8E98-0DBF03D6E76C}" type="presParOf" srcId="{EA778BBF-754E-4324-BFE2-D54C8434AA36}" destId="{0C87725F-4174-47ED-8687-F979F0D9B1BD}" srcOrd="15" destOrd="0" presId="urn:microsoft.com/office/officeart/2005/8/layout/chevron1"/>
    <dgm:cxn modelId="{FC472DAA-2DEA-4F88-A7F8-6E262569CF60}" type="presParOf" srcId="{EA778BBF-754E-4324-BFE2-D54C8434AA36}" destId="{1C03E8E1-5A22-4F31-9843-0BF10B12B0A0}" srcOrd="16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74926388-AA5A-43DD-9904-283AAB7A1795}" type="doc">
      <dgm:prSet loTypeId="urn:microsoft.com/office/officeart/2005/8/layout/chevron1" loCatId="process" qsTypeId="urn:microsoft.com/office/officeart/2005/8/quickstyle/simple1" qsCatId="simple" csTypeId="urn:microsoft.com/office/officeart/2005/8/colors/accent1_2" csCatId="accent1" phldr="1"/>
      <dgm:spPr/>
    </dgm:pt>
    <dgm:pt modelId="{5E4EE46D-E710-48B4-A012-61A810D326C5}">
      <dgm:prSet phldrT="[Text]"/>
      <dgm:spPr>
        <a:solidFill>
          <a:schemeClr val="bg1">
            <a:lumMod val="85000"/>
          </a:schemeClr>
        </a:solidFill>
      </dgm:spPr>
      <dgm:t>
        <a:bodyPr/>
        <a:lstStyle/>
        <a:p>
          <a:r>
            <a:rPr lang="en-AU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Project Background &amp; Problem Statement</a:t>
          </a:r>
        </a:p>
      </dgm:t>
    </dgm:pt>
    <dgm:pt modelId="{D6E90C6E-184A-45DF-B0AF-C3560A97651B}" type="parTrans" cxnId="{AC0D79BD-51AA-497C-BAA2-9F454E28E3F1}">
      <dgm:prSet/>
      <dgm:spPr/>
      <dgm:t>
        <a:bodyPr/>
        <a:lstStyle/>
        <a:p>
          <a:endParaRPr lang="en-AU"/>
        </a:p>
      </dgm:t>
    </dgm:pt>
    <dgm:pt modelId="{637C1F3D-AD5B-474E-90B2-C138DBE65A7F}" type="sibTrans" cxnId="{AC0D79BD-51AA-497C-BAA2-9F454E28E3F1}">
      <dgm:prSet/>
      <dgm:spPr/>
      <dgm:t>
        <a:bodyPr/>
        <a:lstStyle/>
        <a:p>
          <a:endParaRPr lang="en-AU"/>
        </a:p>
      </dgm:t>
    </dgm:pt>
    <dgm:pt modelId="{2BB1ADB2-5444-478E-A523-EE104BB6D7A5}">
      <dgm:prSet phldrT="[Text]"/>
      <dgm:spPr>
        <a:solidFill>
          <a:schemeClr val="bg1">
            <a:lumMod val="85000"/>
          </a:schemeClr>
        </a:solidFill>
        <a:ln>
          <a:solidFill>
            <a:schemeClr val="bg1"/>
          </a:solidFill>
        </a:ln>
      </dgm:spPr>
      <dgm:t>
        <a:bodyPr/>
        <a:lstStyle/>
        <a:p>
          <a:r>
            <a:rPr lang="en-AU" b="0" noProof="0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Methodology &amp; Approach</a:t>
          </a:r>
          <a:endParaRPr lang="en-AU" b="0" dirty="0">
            <a:solidFill>
              <a:schemeClr val="tx1">
                <a:lumMod val="50000"/>
                <a:lumOff val="50000"/>
              </a:schemeClr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4826607E-FB1B-417D-BBFC-695A5831E6A6}" type="parTrans" cxnId="{B7D57F10-CB86-415F-A524-D62297A7E3E9}">
      <dgm:prSet/>
      <dgm:spPr/>
      <dgm:t>
        <a:bodyPr/>
        <a:lstStyle/>
        <a:p>
          <a:endParaRPr lang="en-AU"/>
        </a:p>
      </dgm:t>
    </dgm:pt>
    <dgm:pt modelId="{ED2E3B63-A5C1-4D90-9E1A-44C52AB6E09D}" type="sibTrans" cxnId="{B7D57F10-CB86-415F-A524-D62297A7E3E9}">
      <dgm:prSet/>
      <dgm:spPr/>
      <dgm:t>
        <a:bodyPr/>
        <a:lstStyle/>
        <a:p>
          <a:endParaRPr lang="en-AU"/>
        </a:p>
      </dgm:t>
    </dgm:pt>
    <dgm:pt modelId="{9F995C28-A183-4214-A84F-B1C9250840F4}">
      <dgm:prSet phldrT="[Text]"/>
      <dgm:spPr>
        <a:solidFill>
          <a:schemeClr val="bg1">
            <a:lumMod val="85000"/>
          </a:schemeClr>
        </a:solidFill>
        <a:ln>
          <a:solidFill>
            <a:schemeClr val="bg1"/>
          </a:solidFill>
        </a:ln>
      </dgm:spPr>
      <dgm:t>
        <a:bodyPr/>
        <a:lstStyle/>
        <a:p>
          <a:r>
            <a:rPr lang="en-AU" b="0" noProof="0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Justification of Techniques</a:t>
          </a:r>
          <a:endParaRPr lang="en-AU" b="0" dirty="0">
            <a:solidFill>
              <a:schemeClr val="tx1">
                <a:lumMod val="50000"/>
                <a:lumOff val="50000"/>
              </a:schemeClr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CDF14534-CA9F-4E29-A27E-316AA69D79A7}" type="parTrans" cxnId="{5FC3E5C4-F3E0-4CA0-A4E1-C95D9FE07F9B}">
      <dgm:prSet/>
      <dgm:spPr/>
      <dgm:t>
        <a:bodyPr/>
        <a:lstStyle/>
        <a:p>
          <a:endParaRPr lang="en-AU"/>
        </a:p>
      </dgm:t>
    </dgm:pt>
    <dgm:pt modelId="{CBC28811-E029-47F2-B13E-0D01A81D0CD5}" type="sibTrans" cxnId="{5FC3E5C4-F3E0-4CA0-A4E1-C95D9FE07F9B}">
      <dgm:prSet/>
      <dgm:spPr/>
      <dgm:t>
        <a:bodyPr/>
        <a:lstStyle/>
        <a:p>
          <a:endParaRPr lang="en-AU"/>
        </a:p>
      </dgm:t>
    </dgm:pt>
    <dgm:pt modelId="{645A83FE-D5F5-431D-A91C-20B6BEBFD24C}">
      <dgm:prSet/>
      <dgm:spPr>
        <a:solidFill>
          <a:schemeClr val="bg1">
            <a:lumMod val="85000"/>
          </a:schemeClr>
        </a:solidFill>
        <a:ln>
          <a:solidFill>
            <a:schemeClr val="bg1"/>
          </a:solidFill>
        </a:ln>
      </dgm:spPr>
      <dgm:t>
        <a:bodyPr/>
        <a:lstStyle/>
        <a:p>
          <a:r>
            <a:rPr lang="en-AU" b="0" noProof="0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Architecture Consistency &amp; Design</a:t>
          </a:r>
          <a:endParaRPr lang="en-AU" b="0" dirty="0">
            <a:solidFill>
              <a:schemeClr val="tx1">
                <a:lumMod val="50000"/>
                <a:lumOff val="50000"/>
              </a:schemeClr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AB383FA7-9D4C-4DE7-9E50-983F7C34938E}" type="parTrans" cxnId="{B5AC47F1-BA1F-4145-B7BB-8FDE7096B05B}">
      <dgm:prSet/>
      <dgm:spPr/>
      <dgm:t>
        <a:bodyPr/>
        <a:lstStyle/>
        <a:p>
          <a:endParaRPr lang="en-AU"/>
        </a:p>
      </dgm:t>
    </dgm:pt>
    <dgm:pt modelId="{1D85AB95-7B1B-4053-B747-720D8B88EFAD}" type="sibTrans" cxnId="{B5AC47F1-BA1F-4145-B7BB-8FDE7096B05B}">
      <dgm:prSet/>
      <dgm:spPr/>
      <dgm:t>
        <a:bodyPr/>
        <a:lstStyle/>
        <a:p>
          <a:endParaRPr lang="en-AU"/>
        </a:p>
      </dgm:t>
    </dgm:pt>
    <dgm:pt modelId="{7AED458D-7FBE-40FE-8C2C-152BFD461E76}">
      <dgm:prSet/>
      <dgm:spPr>
        <a:solidFill>
          <a:schemeClr val="accent1"/>
        </a:solidFill>
        <a:ln>
          <a:solidFill>
            <a:srgbClr val="FF0000"/>
          </a:solidFill>
        </a:ln>
      </dgm:spPr>
      <dgm:t>
        <a:bodyPr/>
        <a:lstStyle/>
        <a:p>
          <a:r>
            <a:rPr lang="en-AU" b="1" dirty="0">
              <a:solidFill>
                <a:srgbClr val="FFC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Visual Walkthrough (Sample Dashboard)</a:t>
          </a:r>
        </a:p>
      </dgm:t>
    </dgm:pt>
    <dgm:pt modelId="{9A8ABC44-CDCA-4C9F-BBCB-7B522B7C7C61}" type="parTrans" cxnId="{99037112-182C-4BE3-AE76-D087FF09DEDC}">
      <dgm:prSet/>
      <dgm:spPr/>
      <dgm:t>
        <a:bodyPr/>
        <a:lstStyle/>
        <a:p>
          <a:endParaRPr lang="en-AU"/>
        </a:p>
      </dgm:t>
    </dgm:pt>
    <dgm:pt modelId="{18703457-32C9-4CF0-B6DC-64E421DCD496}" type="sibTrans" cxnId="{99037112-182C-4BE3-AE76-D087FF09DEDC}">
      <dgm:prSet/>
      <dgm:spPr/>
      <dgm:t>
        <a:bodyPr/>
        <a:lstStyle/>
        <a:p>
          <a:endParaRPr lang="en-AU"/>
        </a:p>
      </dgm:t>
    </dgm:pt>
    <dgm:pt modelId="{E3A44B3F-2511-4944-90F1-BD25C1F1B5F7}">
      <dgm:prSet/>
      <dgm:spPr/>
      <dgm:t>
        <a:bodyPr/>
        <a:lstStyle/>
        <a:p>
          <a:r>
            <a:rPr lang="en-AU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Value Delivered to Secora</a:t>
          </a:r>
        </a:p>
      </dgm:t>
    </dgm:pt>
    <dgm:pt modelId="{6114E150-CB88-42BA-A7BC-688E29B96DCC}" type="parTrans" cxnId="{1C745C7B-7016-47AF-BC34-AE7297F30ADE}">
      <dgm:prSet/>
      <dgm:spPr/>
      <dgm:t>
        <a:bodyPr/>
        <a:lstStyle/>
        <a:p>
          <a:endParaRPr lang="en-AU"/>
        </a:p>
      </dgm:t>
    </dgm:pt>
    <dgm:pt modelId="{17554E49-4B88-4F62-9A64-2BE51DB30324}" type="sibTrans" cxnId="{1C745C7B-7016-47AF-BC34-AE7297F30ADE}">
      <dgm:prSet/>
      <dgm:spPr/>
      <dgm:t>
        <a:bodyPr/>
        <a:lstStyle/>
        <a:p>
          <a:endParaRPr lang="en-AU"/>
        </a:p>
      </dgm:t>
    </dgm:pt>
    <dgm:pt modelId="{56051EE8-BF4F-42D7-9282-2210D0B95DB2}">
      <dgm:prSet/>
      <dgm:spPr/>
      <dgm:t>
        <a:bodyPr/>
        <a:lstStyle/>
        <a:p>
          <a:r>
            <a:rPr lang="en-AU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Validation &amp; Demo Feedback</a:t>
          </a:r>
        </a:p>
      </dgm:t>
    </dgm:pt>
    <dgm:pt modelId="{9E50DCD7-C46B-471F-8F10-411A1DE2B93A}" type="parTrans" cxnId="{69A11C48-42F7-4F01-B2E4-4139164D1030}">
      <dgm:prSet/>
      <dgm:spPr/>
      <dgm:t>
        <a:bodyPr/>
        <a:lstStyle/>
        <a:p>
          <a:endParaRPr lang="en-AU"/>
        </a:p>
      </dgm:t>
    </dgm:pt>
    <dgm:pt modelId="{8752361C-9E26-4912-AA86-57F06B4D07C0}" type="sibTrans" cxnId="{69A11C48-42F7-4F01-B2E4-4139164D1030}">
      <dgm:prSet/>
      <dgm:spPr/>
      <dgm:t>
        <a:bodyPr/>
        <a:lstStyle/>
        <a:p>
          <a:endParaRPr lang="en-AU"/>
        </a:p>
      </dgm:t>
    </dgm:pt>
    <dgm:pt modelId="{345B82C6-C3A8-4455-AED9-406B0A726BDB}">
      <dgm:prSet/>
      <dgm:spPr/>
      <dgm:t>
        <a:bodyPr/>
        <a:lstStyle/>
        <a:p>
          <a:r>
            <a:rPr lang="en-AU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Reflection &amp; Learning</a:t>
          </a:r>
        </a:p>
      </dgm:t>
    </dgm:pt>
    <dgm:pt modelId="{FB436EFA-28C6-4484-84C5-98F7C4DD8311}" type="parTrans" cxnId="{ED112A92-B3FC-42BA-BB91-66BF69BB648A}">
      <dgm:prSet/>
      <dgm:spPr/>
      <dgm:t>
        <a:bodyPr/>
        <a:lstStyle/>
        <a:p>
          <a:endParaRPr lang="en-AU"/>
        </a:p>
      </dgm:t>
    </dgm:pt>
    <dgm:pt modelId="{CF412F56-9576-4BD5-88F3-A100EE1B4921}" type="sibTrans" cxnId="{ED112A92-B3FC-42BA-BB91-66BF69BB648A}">
      <dgm:prSet/>
      <dgm:spPr/>
      <dgm:t>
        <a:bodyPr/>
        <a:lstStyle/>
        <a:p>
          <a:endParaRPr lang="en-AU"/>
        </a:p>
      </dgm:t>
    </dgm:pt>
    <dgm:pt modelId="{90255725-3FC7-45A9-A07D-61E90E5C3A75}">
      <dgm:prSet/>
      <dgm:spPr/>
      <dgm:t>
        <a:bodyPr/>
        <a:lstStyle/>
        <a:p>
          <a:r>
            <a:rPr lang="en-AU">
              <a:latin typeface="Times New Roman" panose="02020603050405020304" pitchFamily="18" charset="0"/>
              <a:cs typeface="Times New Roman" panose="02020603050405020304" pitchFamily="18" charset="0"/>
            </a:rPr>
            <a:t>Challenges &amp; Resolutions</a:t>
          </a:r>
        </a:p>
      </dgm:t>
    </dgm:pt>
    <dgm:pt modelId="{CFEAF627-7B0E-4E3C-BEA4-C128059C74E9}" type="parTrans" cxnId="{884EF51B-BF47-4C70-903A-C412AF2FCF3B}">
      <dgm:prSet/>
      <dgm:spPr/>
      <dgm:t>
        <a:bodyPr/>
        <a:lstStyle/>
        <a:p>
          <a:endParaRPr lang="en-AU"/>
        </a:p>
      </dgm:t>
    </dgm:pt>
    <dgm:pt modelId="{4D888297-8520-4C5C-A805-E75A5035CDE6}" type="sibTrans" cxnId="{884EF51B-BF47-4C70-903A-C412AF2FCF3B}">
      <dgm:prSet/>
      <dgm:spPr/>
      <dgm:t>
        <a:bodyPr/>
        <a:lstStyle/>
        <a:p>
          <a:endParaRPr lang="en-AU"/>
        </a:p>
      </dgm:t>
    </dgm:pt>
    <dgm:pt modelId="{EA778BBF-754E-4324-BFE2-D54C8434AA36}" type="pres">
      <dgm:prSet presAssocID="{74926388-AA5A-43DD-9904-283AAB7A1795}" presName="Name0" presStyleCnt="0">
        <dgm:presLayoutVars>
          <dgm:dir/>
          <dgm:animLvl val="lvl"/>
          <dgm:resizeHandles val="exact"/>
        </dgm:presLayoutVars>
      </dgm:prSet>
      <dgm:spPr/>
    </dgm:pt>
    <dgm:pt modelId="{3319C834-8582-432B-B32B-AE320A7286E9}" type="pres">
      <dgm:prSet presAssocID="{5E4EE46D-E710-48B4-A012-61A810D326C5}" presName="parTxOnly" presStyleLbl="node1" presStyleIdx="0" presStyleCnt="9">
        <dgm:presLayoutVars>
          <dgm:chMax val="0"/>
          <dgm:chPref val="0"/>
          <dgm:bulletEnabled val="1"/>
        </dgm:presLayoutVars>
      </dgm:prSet>
      <dgm:spPr/>
    </dgm:pt>
    <dgm:pt modelId="{B2C4C985-AEA8-4EB7-8609-E2EFABDFE5A6}" type="pres">
      <dgm:prSet presAssocID="{637C1F3D-AD5B-474E-90B2-C138DBE65A7F}" presName="parTxOnlySpace" presStyleCnt="0"/>
      <dgm:spPr/>
    </dgm:pt>
    <dgm:pt modelId="{873A084E-2B6A-429D-94BE-B8A2F93E59BD}" type="pres">
      <dgm:prSet presAssocID="{2BB1ADB2-5444-478E-A523-EE104BB6D7A5}" presName="parTxOnly" presStyleLbl="node1" presStyleIdx="1" presStyleCnt="9">
        <dgm:presLayoutVars>
          <dgm:chMax val="0"/>
          <dgm:chPref val="0"/>
          <dgm:bulletEnabled val="1"/>
        </dgm:presLayoutVars>
      </dgm:prSet>
      <dgm:spPr/>
    </dgm:pt>
    <dgm:pt modelId="{7B7EA429-F6A6-46F2-BA26-C8720C994114}" type="pres">
      <dgm:prSet presAssocID="{ED2E3B63-A5C1-4D90-9E1A-44C52AB6E09D}" presName="parTxOnlySpace" presStyleCnt="0"/>
      <dgm:spPr/>
    </dgm:pt>
    <dgm:pt modelId="{D60B580D-8CF1-49D4-B936-37A5041F6C2F}" type="pres">
      <dgm:prSet presAssocID="{9F995C28-A183-4214-A84F-B1C9250840F4}" presName="parTxOnly" presStyleLbl="node1" presStyleIdx="2" presStyleCnt="9">
        <dgm:presLayoutVars>
          <dgm:chMax val="0"/>
          <dgm:chPref val="0"/>
          <dgm:bulletEnabled val="1"/>
        </dgm:presLayoutVars>
      </dgm:prSet>
      <dgm:spPr/>
    </dgm:pt>
    <dgm:pt modelId="{56DE67C1-12AC-4537-B091-DD3CA434F618}" type="pres">
      <dgm:prSet presAssocID="{CBC28811-E029-47F2-B13E-0D01A81D0CD5}" presName="parTxOnlySpace" presStyleCnt="0"/>
      <dgm:spPr/>
    </dgm:pt>
    <dgm:pt modelId="{5B7CCF94-BFA4-4CDA-9E06-30CE5A77BB15}" type="pres">
      <dgm:prSet presAssocID="{645A83FE-D5F5-431D-A91C-20B6BEBFD24C}" presName="parTxOnly" presStyleLbl="node1" presStyleIdx="3" presStyleCnt="9">
        <dgm:presLayoutVars>
          <dgm:chMax val="0"/>
          <dgm:chPref val="0"/>
          <dgm:bulletEnabled val="1"/>
        </dgm:presLayoutVars>
      </dgm:prSet>
      <dgm:spPr/>
    </dgm:pt>
    <dgm:pt modelId="{7EA8DAA0-B55D-43E6-9C4C-83828E6BFB9E}" type="pres">
      <dgm:prSet presAssocID="{1D85AB95-7B1B-4053-B747-720D8B88EFAD}" presName="parTxOnlySpace" presStyleCnt="0"/>
      <dgm:spPr/>
    </dgm:pt>
    <dgm:pt modelId="{7DF2B565-0A8E-441A-BF4A-09FFA3B777CF}" type="pres">
      <dgm:prSet presAssocID="{7AED458D-7FBE-40FE-8C2C-152BFD461E76}" presName="parTxOnly" presStyleLbl="node1" presStyleIdx="4" presStyleCnt="9">
        <dgm:presLayoutVars>
          <dgm:chMax val="0"/>
          <dgm:chPref val="0"/>
          <dgm:bulletEnabled val="1"/>
        </dgm:presLayoutVars>
      </dgm:prSet>
      <dgm:spPr/>
    </dgm:pt>
    <dgm:pt modelId="{AA99DE5C-DA84-4517-856A-A8B4671DBC49}" type="pres">
      <dgm:prSet presAssocID="{18703457-32C9-4CF0-B6DC-64E421DCD496}" presName="parTxOnlySpace" presStyleCnt="0"/>
      <dgm:spPr/>
    </dgm:pt>
    <dgm:pt modelId="{B8574698-9433-420B-B19B-F4E8633AA23B}" type="pres">
      <dgm:prSet presAssocID="{56051EE8-BF4F-42D7-9282-2210D0B95DB2}" presName="parTxOnly" presStyleLbl="node1" presStyleIdx="5" presStyleCnt="9">
        <dgm:presLayoutVars>
          <dgm:chMax val="0"/>
          <dgm:chPref val="0"/>
          <dgm:bulletEnabled val="1"/>
        </dgm:presLayoutVars>
      </dgm:prSet>
      <dgm:spPr/>
    </dgm:pt>
    <dgm:pt modelId="{3CE66576-19CB-46E4-A098-35B9A47A0E08}" type="pres">
      <dgm:prSet presAssocID="{8752361C-9E26-4912-AA86-57F06B4D07C0}" presName="parTxOnlySpace" presStyleCnt="0"/>
      <dgm:spPr/>
    </dgm:pt>
    <dgm:pt modelId="{3DA55AF3-A82A-467D-96D8-9100C08F33A4}" type="pres">
      <dgm:prSet presAssocID="{E3A44B3F-2511-4944-90F1-BD25C1F1B5F7}" presName="parTxOnly" presStyleLbl="node1" presStyleIdx="6" presStyleCnt="9">
        <dgm:presLayoutVars>
          <dgm:chMax val="0"/>
          <dgm:chPref val="0"/>
          <dgm:bulletEnabled val="1"/>
        </dgm:presLayoutVars>
      </dgm:prSet>
      <dgm:spPr/>
    </dgm:pt>
    <dgm:pt modelId="{44DDEBAB-4643-4DE8-9CB8-C0167936A168}" type="pres">
      <dgm:prSet presAssocID="{17554E49-4B88-4F62-9A64-2BE51DB30324}" presName="parTxOnlySpace" presStyleCnt="0"/>
      <dgm:spPr/>
    </dgm:pt>
    <dgm:pt modelId="{E6D6D752-70EF-402D-B7AC-5B2754F0AF7F}" type="pres">
      <dgm:prSet presAssocID="{90255725-3FC7-45A9-A07D-61E90E5C3A75}" presName="parTxOnly" presStyleLbl="node1" presStyleIdx="7" presStyleCnt="9">
        <dgm:presLayoutVars>
          <dgm:chMax val="0"/>
          <dgm:chPref val="0"/>
          <dgm:bulletEnabled val="1"/>
        </dgm:presLayoutVars>
      </dgm:prSet>
      <dgm:spPr/>
    </dgm:pt>
    <dgm:pt modelId="{D3EE57B4-421D-4751-B1C0-F71EF5D4B064}" type="pres">
      <dgm:prSet presAssocID="{4D888297-8520-4C5C-A805-E75A5035CDE6}" presName="parTxOnlySpace" presStyleCnt="0"/>
      <dgm:spPr/>
    </dgm:pt>
    <dgm:pt modelId="{1C03E8E1-5A22-4F31-9843-0BF10B12B0A0}" type="pres">
      <dgm:prSet presAssocID="{345B82C6-C3A8-4455-AED9-406B0A726BDB}" presName="parTxOnly" presStyleLbl="node1" presStyleIdx="8" presStyleCnt="9">
        <dgm:presLayoutVars>
          <dgm:chMax val="0"/>
          <dgm:chPref val="0"/>
          <dgm:bulletEnabled val="1"/>
        </dgm:presLayoutVars>
      </dgm:prSet>
      <dgm:spPr/>
    </dgm:pt>
  </dgm:ptLst>
  <dgm:cxnLst>
    <dgm:cxn modelId="{60999507-2903-4161-A63C-8859653A7114}" type="presOf" srcId="{345B82C6-C3A8-4455-AED9-406B0A726BDB}" destId="{1C03E8E1-5A22-4F31-9843-0BF10B12B0A0}" srcOrd="0" destOrd="0" presId="urn:microsoft.com/office/officeart/2005/8/layout/chevron1"/>
    <dgm:cxn modelId="{82A4820B-6607-41DF-B178-491E40313DA3}" type="presOf" srcId="{7AED458D-7FBE-40FE-8C2C-152BFD461E76}" destId="{7DF2B565-0A8E-441A-BF4A-09FFA3B777CF}" srcOrd="0" destOrd="0" presId="urn:microsoft.com/office/officeart/2005/8/layout/chevron1"/>
    <dgm:cxn modelId="{B7D57F10-CB86-415F-A524-D62297A7E3E9}" srcId="{74926388-AA5A-43DD-9904-283AAB7A1795}" destId="{2BB1ADB2-5444-478E-A523-EE104BB6D7A5}" srcOrd="1" destOrd="0" parTransId="{4826607E-FB1B-417D-BBFC-695A5831E6A6}" sibTransId="{ED2E3B63-A5C1-4D90-9E1A-44C52AB6E09D}"/>
    <dgm:cxn modelId="{99037112-182C-4BE3-AE76-D087FF09DEDC}" srcId="{74926388-AA5A-43DD-9904-283AAB7A1795}" destId="{7AED458D-7FBE-40FE-8C2C-152BFD461E76}" srcOrd="4" destOrd="0" parTransId="{9A8ABC44-CDCA-4C9F-BBCB-7B522B7C7C61}" sibTransId="{18703457-32C9-4CF0-B6DC-64E421DCD496}"/>
    <dgm:cxn modelId="{2BAD321B-44A9-4FB2-9849-4E65DD820826}" type="presOf" srcId="{645A83FE-D5F5-431D-A91C-20B6BEBFD24C}" destId="{5B7CCF94-BFA4-4CDA-9E06-30CE5A77BB15}" srcOrd="0" destOrd="0" presId="urn:microsoft.com/office/officeart/2005/8/layout/chevron1"/>
    <dgm:cxn modelId="{884EF51B-BF47-4C70-903A-C412AF2FCF3B}" srcId="{74926388-AA5A-43DD-9904-283AAB7A1795}" destId="{90255725-3FC7-45A9-A07D-61E90E5C3A75}" srcOrd="7" destOrd="0" parTransId="{CFEAF627-7B0E-4E3C-BEA4-C128059C74E9}" sibTransId="{4D888297-8520-4C5C-A805-E75A5035CDE6}"/>
    <dgm:cxn modelId="{57983E3F-0D67-4E34-89AA-7999AB48D4DF}" type="presOf" srcId="{5E4EE46D-E710-48B4-A012-61A810D326C5}" destId="{3319C834-8582-432B-B32B-AE320A7286E9}" srcOrd="0" destOrd="0" presId="urn:microsoft.com/office/officeart/2005/8/layout/chevron1"/>
    <dgm:cxn modelId="{69A11C48-42F7-4F01-B2E4-4139164D1030}" srcId="{74926388-AA5A-43DD-9904-283AAB7A1795}" destId="{56051EE8-BF4F-42D7-9282-2210D0B95DB2}" srcOrd="5" destOrd="0" parTransId="{9E50DCD7-C46B-471F-8F10-411A1DE2B93A}" sibTransId="{8752361C-9E26-4912-AA86-57F06B4D07C0}"/>
    <dgm:cxn modelId="{D9778550-F87E-4868-AEB7-0B0B9DA0D32B}" type="presOf" srcId="{90255725-3FC7-45A9-A07D-61E90E5C3A75}" destId="{E6D6D752-70EF-402D-B7AC-5B2754F0AF7F}" srcOrd="0" destOrd="0" presId="urn:microsoft.com/office/officeart/2005/8/layout/chevron1"/>
    <dgm:cxn modelId="{7ADCAB59-4B58-44C2-959D-96A09B364AA2}" type="presOf" srcId="{74926388-AA5A-43DD-9904-283AAB7A1795}" destId="{EA778BBF-754E-4324-BFE2-D54C8434AA36}" srcOrd="0" destOrd="0" presId="urn:microsoft.com/office/officeart/2005/8/layout/chevron1"/>
    <dgm:cxn modelId="{1C745C7B-7016-47AF-BC34-AE7297F30ADE}" srcId="{74926388-AA5A-43DD-9904-283AAB7A1795}" destId="{E3A44B3F-2511-4944-90F1-BD25C1F1B5F7}" srcOrd="6" destOrd="0" parTransId="{6114E150-CB88-42BA-A7BC-688E29B96DCC}" sibTransId="{17554E49-4B88-4F62-9A64-2BE51DB30324}"/>
    <dgm:cxn modelId="{1E378387-1CE3-4707-9C37-4BD9DEB15854}" type="presOf" srcId="{2BB1ADB2-5444-478E-A523-EE104BB6D7A5}" destId="{873A084E-2B6A-429D-94BE-B8A2F93E59BD}" srcOrd="0" destOrd="0" presId="urn:microsoft.com/office/officeart/2005/8/layout/chevron1"/>
    <dgm:cxn modelId="{ED112A92-B3FC-42BA-BB91-66BF69BB648A}" srcId="{74926388-AA5A-43DD-9904-283AAB7A1795}" destId="{345B82C6-C3A8-4455-AED9-406B0A726BDB}" srcOrd="8" destOrd="0" parTransId="{FB436EFA-28C6-4484-84C5-98F7C4DD8311}" sibTransId="{CF412F56-9576-4BD5-88F3-A100EE1B4921}"/>
    <dgm:cxn modelId="{D5E5929D-64D6-4296-9FB4-36A28421990B}" type="presOf" srcId="{E3A44B3F-2511-4944-90F1-BD25C1F1B5F7}" destId="{3DA55AF3-A82A-467D-96D8-9100C08F33A4}" srcOrd="0" destOrd="0" presId="urn:microsoft.com/office/officeart/2005/8/layout/chevron1"/>
    <dgm:cxn modelId="{6C1AC2AC-2E16-4DCF-BF62-2F00264BB568}" type="presOf" srcId="{56051EE8-BF4F-42D7-9282-2210D0B95DB2}" destId="{B8574698-9433-420B-B19B-F4E8633AA23B}" srcOrd="0" destOrd="0" presId="urn:microsoft.com/office/officeart/2005/8/layout/chevron1"/>
    <dgm:cxn modelId="{AC0D79BD-51AA-497C-BAA2-9F454E28E3F1}" srcId="{74926388-AA5A-43DD-9904-283AAB7A1795}" destId="{5E4EE46D-E710-48B4-A012-61A810D326C5}" srcOrd="0" destOrd="0" parTransId="{D6E90C6E-184A-45DF-B0AF-C3560A97651B}" sibTransId="{637C1F3D-AD5B-474E-90B2-C138DBE65A7F}"/>
    <dgm:cxn modelId="{5FC3E5C4-F3E0-4CA0-A4E1-C95D9FE07F9B}" srcId="{74926388-AA5A-43DD-9904-283AAB7A1795}" destId="{9F995C28-A183-4214-A84F-B1C9250840F4}" srcOrd="2" destOrd="0" parTransId="{CDF14534-CA9F-4E29-A27E-316AA69D79A7}" sibTransId="{CBC28811-E029-47F2-B13E-0D01A81D0CD5}"/>
    <dgm:cxn modelId="{6F85D3E7-5446-4FEC-AB49-51AD5B09722F}" type="presOf" srcId="{9F995C28-A183-4214-A84F-B1C9250840F4}" destId="{D60B580D-8CF1-49D4-B936-37A5041F6C2F}" srcOrd="0" destOrd="0" presId="urn:microsoft.com/office/officeart/2005/8/layout/chevron1"/>
    <dgm:cxn modelId="{B5AC47F1-BA1F-4145-B7BB-8FDE7096B05B}" srcId="{74926388-AA5A-43DD-9904-283AAB7A1795}" destId="{645A83FE-D5F5-431D-A91C-20B6BEBFD24C}" srcOrd="3" destOrd="0" parTransId="{AB383FA7-9D4C-4DE7-9E50-983F7C34938E}" sibTransId="{1D85AB95-7B1B-4053-B747-720D8B88EFAD}"/>
    <dgm:cxn modelId="{0413BF32-FB42-4C2B-B776-EE1DEE6722CE}" type="presParOf" srcId="{EA778BBF-754E-4324-BFE2-D54C8434AA36}" destId="{3319C834-8582-432B-B32B-AE320A7286E9}" srcOrd="0" destOrd="0" presId="urn:microsoft.com/office/officeart/2005/8/layout/chevron1"/>
    <dgm:cxn modelId="{BF33D239-33CB-4A15-BD39-1B3EF4B8B4D4}" type="presParOf" srcId="{EA778BBF-754E-4324-BFE2-D54C8434AA36}" destId="{B2C4C985-AEA8-4EB7-8609-E2EFABDFE5A6}" srcOrd="1" destOrd="0" presId="urn:microsoft.com/office/officeart/2005/8/layout/chevron1"/>
    <dgm:cxn modelId="{1CE0BCF1-B7DE-4971-82D7-71EB3FF9C1DF}" type="presParOf" srcId="{EA778BBF-754E-4324-BFE2-D54C8434AA36}" destId="{873A084E-2B6A-429D-94BE-B8A2F93E59BD}" srcOrd="2" destOrd="0" presId="urn:microsoft.com/office/officeart/2005/8/layout/chevron1"/>
    <dgm:cxn modelId="{C78D721E-E661-4D79-96B2-1558DB938933}" type="presParOf" srcId="{EA778BBF-754E-4324-BFE2-D54C8434AA36}" destId="{7B7EA429-F6A6-46F2-BA26-C8720C994114}" srcOrd="3" destOrd="0" presId="urn:microsoft.com/office/officeart/2005/8/layout/chevron1"/>
    <dgm:cxn modelId="{443FF18B-F9F5-4905-9584-97914FCE45D4}" type="presParOf" srcId="{EA778BBF-754E-4324-BFE2-D54C8434AA36}" destId="{D60B580D-8CF1-49D4-B936-37A5041F6C2F}" srcOrd="4" destOrd="0" presId="urn:microsoft.com/office/officeart/2005/8/layout/chevron1"/>
    <dgm:cxn modelId="{04329746-C4AF-4FBE-A727-B8363C2FA03A}" type="presParOf" srcId="{EA778BBF-754E-4324-BFE2-D54C8434AA36}" destId="{56DE67C1-12AC-4537-B091-DD3CA434F618}" srcOrd="5" destOrd="0" presId="urn:microsoft.com/office/officeart/2005/8/layout/chevron1"/>
    <dgm:cxn modelId="{222C81C5-0C80-4CFE-9A54-F6AAA2237141}" type="presParOf" srcId="{EA778BBF-754E-4324-BFE2-D54C8434AA36}" destId="{5B7CCF94-BFA4-4CDA-9E06-30CE5A77BB15}" srcOrd="6" destOrd="0" presId="urn:microsoft.com/office/officeart/2005/8/layout/chevron1"/>
    <dgm:cxn modelId="{E508D4F8-53E9-4208-BE76-0B3B5F745085}" type="presParOf" srcId="{EA778BBF-754E-4324-BFE2-D54C8434AA36}" destId="{7EA8DAA0-B55D-43E6-9C4C-83828E6BFB9E}" srcOrd="7" destOrd="0" presId="urn:microsoft.com/office/officeart/2005/8/layout/chevron1"/>
    <dgm:cxn modelId="{6CBCE5E0-9BF7-4E82-B90B-56A7AD6F01BF}" type="presParOf" srcId="{EA778BBF-754E-4324-BFE2-D54C8434AA36}" destId="{7DF2B565-0A8E-441A-BF4A-09FFA3B777CF}" srcOrd="8" destOrd="0" presId="urn:microsoft.com/office/officeart/2005/8/layout/chevron1"/>
    <dgm:cxn modelId="{49F8F9F9-2869-49DA-9295-E49E955C5514}" type="presParOf" srcId="{EA778BBF-754E-4324-BFE2-D54C8434AA36}" destId="{AA99DE5C-DA84-4517-856A-A8B4671DBC49}" srcOrd="9" destOrd="0" presId="urn:microsoft.com/office/officeart/2005/8/layout/chevron1"/>
    <dgm:cxn modelId="{68D7D665-5498-4FE7-81EB-8B8E03143E5F}" type="presParOf" srcId="{EA778BBF-754E-4324-BFE2-D54C8434AA36}" destId="{B8574698-9433-420B-B19B-F4E8633AA23B}" srcOrd="10" destOrd="0" presId="urn:microsoft.com/office/officeart/2005/8/layout/chevron1"/>
    <dgm:cxn modelId="{DD470A3C-8D19-4F76-90D7-FD4FAE21D219}" type="presParOf" srcId="{EA778BBF-754E-4324-BFE2-D54C8434AA36}" destId="{3CE66576-19CB-46E4-A098-35B9A47A0E08}" srcOrd="11" destOrd="0" presId="urn:microsoft.com/office/officeart/2005/8/layout/chevron1"/>
    <dgm:cxn modelId="{9DA63374-63A4-4A89-8E18-478EF9E8C764}" type="presParOf" srcId="{EA778BBF-754E-4324-BFE2-D54C8434AA36}" destId="{3DA55AF3-A82A-467D-96D8-9100C08F33A4}" srcOrd="12" destOrd="0" presId="urn:microsoft.com/office/officeart/2005/8/layout/chevron1"/>
    <dgm:cxn modelId="{34026080-54CC-4DB9-81D4-90F47DC0EC86}" type="presParOf" srcId="{EA778BBF-754E-4324-BFE2-D54C8434AA36}" destId="{44DDEBAB-4643-4DE8-9CB8-C0167936A168}" srcOrd="13" destOrd="0" presId="urn:microsoft.com/office/officeart/2005/8/layout/chevron1"/>
    <dgm:cxn modelId="{6AE74464-A089-4B2F-B0B9-1A225800AE7F}" type="presParOf" srcId="{EA778BBF-754E-4324-BFE2-D54C8434AA36}" destId="{E6D6D752-70EF-402D-B7AC-5B2754F0AF7F}" srcOrd="14" destOrd="0" presId="urn:microsoft.com/office/officeart/2005/8/layout/chevron1"/>
    <dgm:cxn modelId="{0C555A35-F975-4240-9A85-ADD772286B9B}" type="presParOf" srcId="{EA778BBF-754E-4324-BFE2-D54C8434AA36}" destId="{D3EE57B4-421D-4751-B1C0-F71EF5D4B064}" srcOrd="15" destOrd="0" presId="urn:microsoft.com/office/officeart/2005/8/layout/chevron1"/>
    <dgm:cxn modelId="{E3D61CA0-FD71-46CB-808A-2510C36D9342}" type="presParOf" srcId="{EA778BBF-754E-4324-BFE2-D54C8434AA36}" destId="{1C03E8E1-5A22-4F31-9843-0BF10B12B0A0}" srcOrd="16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74926388-AA5A-43DD-9904-283AAB7A1795}" type="doc">
      <dgm:prSet loTypeId="urn:microsoft.com/office/officeart/2005/8/layout/chevron1" loCatId="process" qsTypeId="urn:microsoft.com/office/officeart/2005/8/quickstyle/simple1" qsCatId="simple" csTypeId="urn:microsoft.com/office/officeart/2005/8/colors/accent1_2" csCatId="accent1" phldr="1"/>
      <dgm:spPr/>
    </dgm:pt>
    <dgm:pt modelId="{5E4EE46D-E710-48B4-A012-61A810D326C5}">
      <dgm:prSet phldrT="[Text]"/>
      <dgm:spPr>
        <a:solidFill>
          <a:schemeClr val="bg1">
            <a:lumMod val="85000"/>
          </a:schemeClr>
        </a:solidFill>
      </dgm:spPr>
      <dgm:t>
        <a:bodyPr/>
        <a:lstStyle/>
        <a:p>
          <a:r>
            <a:rPr lang="en-AU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Project Background &amp; Problem Statement</a:t>
          </a:r>
        </a:p>
      </dgm:t>
    </dgm:pt>
    <dgm:pt modelId="{D6E90C6E-184A-45DF-B0AF-C3560A97651B}" type="parTrans" cxnId="{AC0D79BD-51AA-497C-BAA2-9F454E28E3F1}">
      <dgm:prSet/>
      <dgm:spPr/>
      <dgm:t>
        <a:bodyPr/>
        <a:lstStyle/>
        <a:p>
          <a:endParaRPr lang="en-AU"/>
        </a:p>
      </dgm:t>
    </dgm:pt>
    <dgm:pt modelId="{637C1F3D-AD5B-474E-90B2-C138DBE65A7F}" type="sibTrans" cxnId="{AC0D79BD-51AA-497C-BAA2-9F454E28E3F1}">
      <dgm:prSet/>
      <dgm:spPr/>
      <dgm:t>
        <a:bodyPr/>
        <a:lstStyle/>
        <a:p>
          <a:endParaRPr lang="en-AU"/>
        </a:p>
      </dgm:t>
    </dgm:pt>
    <dgm:pt modelId="{2BB1ADB2-5444-478E-A523-EE104BB6D7A5}">
      <dgm:prSet phldrT="[Text]"/>
      <dgm:spPr>
        <a:solidFill>
          <a:schemeClr val="bg1">
            <a:lumMod val="85000"/>
          </a:schemeClr>
        </a:solidFill>
        <a:ln>
          <a:solidFill>
            <a:schemeClr val="bg1"/>
          </a:solidFill>
        </a:ln>
      </dgm:spPr>
      <dgm:t>
        <a:bodyPr/>
        <a:lstStyle/>
        <a:p>
          <a:r>
            <a:rPr lang="en-AU" b="0" noProof="0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Methodology &amp; Approach</a:t>
          </a:r>
          <a:endParaRPr lang="en-AU" b="0" dirty="0">
            <a:solidFill>
              <a:schemeClr val="tx1">
                <a:lumMod val="50000"/>
                <a:lumOff val="50000"/>
              </a:schemeClr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4826607E-FB1B-417D-BBFC-695A5831E6A6}" type="parTrans" cxnId="{B7D57F10-CB86-415F-A524-D62297A7E3E9}">
      <dgm:prSet/>
      <dgm:spPr/>
      <dgm:t>
        <a:bodyPr/>
        <a:lstStyle/>
        <a:p>
          <a:endParaRPr lang="en-AU"/>
        </a:p>
      </dgm:t>
    </dgm:pt>
    <dgm:pt modelId="{ED2E3B63-A5C1-4D90-9E1A-44C52AB6E09D}" type="sibTrans" cxnId="{B7D57F10-CB86-415F-A524-D62297A7E3E9}">
      <dgm:prSet/>
      <dgm:spPr/>
      <dgm:t>
        <a:bodyPr/>
        <a:lstStyle/>
        <a:p>
          <a:endParaRPr lang="en-AU"/>
        </a:p>
      </dgm:t>
    </dgm:pt>
    <dgm:pt modelId="{9F995C28-A183-4214-A84F-B1C9250840F4}">
      <dgm:prSet phldrT="[Text]"/>
      <dgm:spPr>
        <a:solidFill>
          <a:schemeClr val="bg1">
            <a:lumMod val="85000"/>
          </a:schemeClr>
        </a:solidFill>
        <a:ln>
          <a:solidFill>
            <a:schemeClr val="bg1"/>
          </a:solidFill>
        </a:ln>
      </dgm:spPr>
      <dgm:t>
        <a:bodyPr/>
        <a:lstStyle/>
        <a:p>
          <a:r>
            <a:rPr lang="en-AU" b="0" noProof="0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Justification of Techniques</a:t>
          </a:r>
          <a:endParaRPr lang="en-AU" b="0" dirty="0">
            <a:solidFill>
              <a:schemeClr val="tx1">
                <a:lumMod val="50000"/>
                <a:lumOff val="50000"/>
              </a:schemeClr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CDF14534-CA9F-4E29-A27E-316AA69D79A7}" type="parTrans" cxnId="{5FC3E5C4-F3E0-4CA0-A4E1-C95D9FE07F9B}">
      <dgm:prSet/>
      <dgm:spPr/>
      <dgm:t>
        <a:bodyPr/>
        <a:lstStyle/>
        <a:p>
          <a:endParaRPr lang="en-AU"/>
        </a:p>
      </dgm:t>
    </dgm:pt>
    <dgm:pt modelId="{CBC28811-E029-47F2-B13E-0D01A81D0CD5}" type="sibTrans" cxnId="{5FC3E5C4-F3E0-4CA0-A4E1-C95D9FE07F9B}">
      <dgm:prSet/>
      <dgm:spPr/>
      <dgm:t>
        <a:bodyPr/>
        <a:lstStyle/>
        <a:p>
          <a:endParaRPr lang="en-AU"/>
        </a:p>
      </dgm:t>
    </dgm:pt>
    <dgm:pt modelId="{645A83FE-D5F5-431D-A91C-20B6BEBFD24C}">
      <dgm:prSet/>
      <dgm:spPr>
        <a:solidFill>
          <a:schemeClr val="bg1">
            <a:lumMod val="85000"/>
          </a:schemeClr>
        </a:solidFill>
        <a:ln>
          <a:solidFill>
            <a:schemeClr val="bg1"/>
          </a:solidFill>
        </a:ln>
      </dgm:spPr>
      <dgm:t>
        <a:bodyPr/>
        <a:lstStyle/>
        <a:p>
          <a:r>
            <a:rPr lang="en-AU" b="0" noProof="0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Architecture Consistency &amp; Design</a:t>
          </a:r>
          <a:endParaRPr lang="en-AU" b="0" dirty="0">
            <a:solidFill>
              <a:schemeClr val="tx1">
                <a:lumMod val="50000"/>
                <a:lumOff val="50000"/>
              </a:schemeClr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AB383FA7-9D4C-4DE7-9E50-983F7C34938E}" type="parTrans" cxnId="{B5AC47F1-BA1F-4145-B7BB-8FDE7096B05B}">
      <dgm:prSet/>
      <dgm:spPr/>
      <dgm:t>
        <a:bodyPr/>
        <a:lstStyle/>
        <a:p>
          <a:endParaRPr lang="en-AU"/>
        </a:p>
      </dgm:t>
    </dgm:pt>
    <dgm:pt modelId="{1D85AB95-7B1B-4053-B747-720D8B88EFAD}" type="sibTrans" cxnId="{B5AC47F1-BA1F-4145-B7BB-8FDE7096B05B}">
      <dgm:prSet/>
      <dgm:spPr/>
      <dgm:t>
        <a:bodyPr/>
        <a:lstStyle/>
        <a:p>
          <a:endParaRPr lang="en-AU"/>
        </a:p>
      </dgm:t>
    </dgm:pt>
    <dgm:pt modelId="{7AED458D-7FBE-40FE-8C2C-152BFD461E76}">
      <dgm:prSet/>
      <dgm:spPr>
        <a:solidFill>
          <a:schemeClr val="bg1">
            <a:lumMod val="85000"/>
          </a:schemeClr>
        </a:solidFill>
        <a:ln>
          <a:solidFill>
            <a:schemeClr val="bg1"/>
          </a:solidFill>
        </a:ln>
      </dgm:spPr>
      <dgm:t>
        <a:bodyPr/>
        <a:lstStyle/>
        <a:p>
          <a:r>
            <a:rPr lang="en-AU" b="0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Visual Walkthrough (Sample Dashboard)</a:t>
          </a:r>
        </a:p>
      </dgm:t>
    </dgm:pt>
    <dgm:pt modelId="{9A8ABC44-CDCA-4C9F-BBCB-7B522B7C7C61}" type="parTrans" cxnId="{99037112-182C-4BE3-AE76-D087FF09DEDC}">
      <dgm:prSet/>
      <dgm:spPr/>
      <dgm:t>
        <a:bodyPr/>
        <a:lstStyle/>
        <a:p>
          <a:endParaRPr lang="en-AU"/>
        </a:p>
      </dgm:t>
    </dgm:pt>
    <dgm:pt modelId="{18703457-32C9-4CF0-B6DC-64E421DCD496}" type="sibTrans" cxnId="{99037112-182C-4BE3-AE76-D087FF09DEDC}">
      <dgm:prSet/>
      <dgm:spPr/>
      <dgm:t>
        <a:bodyPr/>
        <a:lstStyle/>
        <a:p>
          <a:endParaRPr lang="en-AU"/>
        </a:p>
      </dgm:t>
    </dgm:pt>
    <dgm:pt modelId="{E3A44B3F-2511-4944-90F1-BD25C1F1B5F7}">
      <dgm:prSet/>
      <dgm:spPr>
        <a:solidFill>
          <a:schemeClr val="accent1"/>
        </a:solidFill>
        <a:ln>
          <a:solidFill>
            <a:schemeClr val="bg1"/>
          </a:solidFill>
        </a:ln>
      </dgm:spPr>
      <dgm:t>
        <a:bodyPr/>
        <a:lstStyle/>
        <a:p>
          <a:r>
            <a:rPr lang="en-AU" b="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Value Delivered to Secora</a:t>
          </a:r>
        </a:p>
      </dgm:t>
    </dgm:pt>
    <dgm:pt modelId="{6114E150-CB88-42BA-A7BC-688E29B96DCC}" type="parTrans" cxnId="{1C745C7B-7016-47AF-BC34-AE7297F30ADE}">
      <dgm:prSet/>
      <dgm:spPr/>
      <dgm:t>
        <a:bodyPr/>
        <a:lstStyle/>
        <a:p>
          <a:endParaRPr lang="en-AU"/>
        </a:p>
      </dgm:t>
    </dgm:pt>
    <dgm:pt modelId="{17554E49-4B88-4F62-9A64-2BE51DB30324}" type="sibTrans" cxnId="{1C745C7B-7016-47AF-BC34-AE7297F30ADE}">
      <dgm:prSet/>
      <dgm:spPr/>
      <dgm:t>
        <a:bodyPr/>
        <a:lstStyle/>
        <a:p>
          <a:endParaRPr lang="en-AU"/>
        </a:p>
      </dgm:t>
    </dgm:pt>
    <dgm:pt modelId="{56051EE8-BF4F-42D7-9282-2210D0B95DB2}">
      <dgm:prSet/>
      <dgm:spPr>
        <a:ln>
          <a:solidFill>
            <a:srgbClr val="FF0000"/>
          </a:solidFill>
        </a:ln>
      </dgm:spPr>
      <dgm:t>
        <a:bodyPr/>
        <a:lstStyle/>
        <a:p>
          <a:r>
            <a:rPr lang="en-AU" b="1" dirty="0">
              <a:solidFill>
                <a:srgbClr val="FFC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Validation &amp; Demo Feedback</a:t>
          </a:r>
        </a:p>
      </dgm:t>
    </dgm:pt>
    <dgm:pt modelId="{9E50DCD7-C46B-471F-8F10-411A1DE2B93A}" type="parTrans" cxnId="{69A11C48-42F7-4F01-B2E4-4139164D1030}">
      <dgm:prSet/>
      <dgm:spPr/>
      <dgm:t>
        <a:bodyPr/>
        <a:lstStyle/>
        <a:p>
          <a:endParaRPr lang="en-AU"/>
        </a:p>
      </dgm:t>
    </dgm:pt>
    <dgm:pt modelId="{8752361C-9E26-4912-AA86-57F06B4D07C0}" type="sibTrans" cxnId="{69A11C48-42F7-4F01-B2E4-4139164D1030}">
      <dgm:prSet/>
      <dgm:spPr/>
      <dgm:t>
        <a:bodyPr/>
        <a:lstStyle/>
        <a:p>
          <a:endParaRPr lang="en-AU"/>
        </a:p>
      </dgm:t>
    </dgm:pt>
    <dgm:pt modelId="{345B82C6-C3A8-4455-AED9-406B0A726BDB}">
      <dgm:prSet/>
      <dgm:spPr/>
      <dgm:t>
        <a:bodyPr/>
        <a:lstStyle/>
        <a:p>
          <a:r>
            <a:rPr lang="en-AU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Reflection &amp; Learning</a:t>
          </a:r>
        </a:p>
      </dgm:t>
    </dgm:pt>
    <dgm:pt modelId="{FB436EFA-28C6-4484-84C5-98F7C4DD8311}" type="parTrans" cxnId="{ED112A92-B3FC-42BA-BB91-66BF69BB648A}">
      <dgm:prSet/>
      <dgm:spPr/>
      <dgm:t>
        <a:bodyPr/>
        <a:lstStyle/>
        <a:p>
          <a:endParaRPr lang="en-AU"/>
        </a:p>
      </dgm:t>
    </dgm:pt>
    <dgm:pt modelId="{CF412F56-9576-4BD5-88F3-A100EE1B4921}" type="sibTrans" cxnId="{ED112A92-B3FC-42BA-BB91-66BF69BB648A}">
      <dgm:prSet/>
      <dgm:spPr/>
      <dgm:t>
        <a:bodyPr/>
        <a:lstStyle/>
        <a:p>
          <a:endParaRPr lang="en-AU"/>
        </a:p>
      </dgm:t>
    </dgm:pt>
    <dgm:pt modelId="{17580F79-FE3D-4F46-A92D-9E6C5FD7DE4C}">
      <dgm:prSet/>
      <dgm:spPr/>
      <dgm:t>
        <a:bodyPr/>
        <a:lstStyle/>
        <a:p>
          <a:r>
            <a:rPr lang="en-AU">
              <a:latin typeface="Times New Roman" panose="02020603050405020304" pitchFamily="18" charset="0"/>
              <a:cs typeface="Times New Roman" panose="02020603050405020304" pitchFamily="18" charset="0"/>
            </a:rPr>
            <a:t>Challenges &amp; Resolutions</a:t>
          </a:r>
        </a:p>
      </dgm:t>
    </dgm:pt>
    <dgm:pt modelId="{4ABEE9DA-3BA8-4B0B-B202-C9D827EB5CA6}" type="parTrans" cxnId="{F5047C75-188C-4A64-87D6-E1936FEFB991}">
      <dgm:prSet/>
      <dgm:spPr/>
      <dgm:t>
        <a:bodyPr/>
        <a:lstStyle/>
        <a:p>
          <a:endParaRPr lang="en-AU"/>
        </a:p>
      </dgm:t>
    </dgm:pt>
    <dgm:pt modelId="{4C97E45C-5640-4766-9DD5-B3C53C645F30}" type="sibTrans" cxnId="{F5047C75-188C-4A64-87D6-E1936FEFB991}">
      <dgm:prSet/>
      <dgm:spPr/>
      <dgm:t>
        <a:bodyPr/>
        <a:lstStyle/>
        <a:p>
          <a:endParaRPr lang="en-AU"/>
        </a:p>
      </dgm:t>
    </dgm:pt>
    <dgm:pt modelId="{EA778BBF-754E-4324-BFE2-D54C8434AA36}" type="pres">
      <dgm:prSet presAssocID="{74926388-AA5A-43DD-9904-283AAB7A1795}" presName="Name0" presStyleCnt="0">
        <dgm:presLayoutVars>
          <dgm:dir/>
          <dgm:animLvl val="lvl"/>
          <dgm:resizeHandles val="exact"/>
        </dgm:presLayoutVars>
      </dgm:prSet>
      <dgm:spPr/>
    </dgm:pt>
    <dgm:pt modelId="{3319C834-8582-432B-B32B-AE320A7286E9}" type="pres">
      <dgm:prSet presAssocID="{5E4EE46D-E710-48B4-A012-61A810D326C5}" presName="parTxOnly" presStyleLbl="node1" presStyleIdx="0" presStyleCnt="9">
        <dgm:presLayoutVars>
          <dgm:chMax val="0"/>
          <dgm:chPref val="0"/>
          <dgm:bulletEnabled val="1"/>
        </dgm:presLayoutVars>
      </dgm:prSet>
      <dgm:spPr/>
    </dgm:pt>
    <dgm:pt modelId="{B2C4C985-AEA8-4EB7-8609-E2EFABDFE5A6}" type="pres">
      <dgm:prSet presAssocID="{637C1F3D-AD5B-474E-90B2-C138DBE65A7F}" presName="parTxOnlySpace" presStyleCnt="0"/>
      <dgm:spPr/>
    </dgm:pt>
    <dgm:pt modelId="{873A084E-2B6A-429D-94BE-B8A2F93E59BD}" type="pres">
      <dgm:prSet presAssocID="{2BB1ADB2-5444-478E-A523-EE104BB6D7A5}" presName="parTxOnly" presStyleLbl="node1" presStyleIdx="1" presStyleCnt="9">
        <dgm:presLayoutVars>
          <dgm:chMax val="0"/>
          <dgm:chPref val="0"/>
          <dgm:bulletEnabled val="1"/>
        </dgm:presLayoutVars>
      </dgm:prSet>
      <dgm:spPr/>
    </dgm:pt>
    <dgm:pt modelId="{7B7EA429-F6A6-46F2-BA26-C8720C994114}" type="pres">
      <dgm:prSet presAssocID="{ED2E3B63-A5C1-4D90-9E1A-44C52AB6E09D}" presName="parTxOnlySpace" presStyleCnt="0"/>
      <dgm:spPr/>
    </dgm:pt>
    <dgm:pt modelId="{D60B580D-8CF1-49D4-B936-37A5041F6C2F}" type="pres">
      <dgm:prSet presAssocID="{9F995C28-A183-4214-A84F-B1C9250840F4}" presName="parTxOnly" presStyleLbl="node1" presStyleIdx="2" presStyleCnt="9">
        <dgm:presLayoutVars>
          <dgm:chMax val="0"/>
          <dgm:chPref val="0"/>
          <dgm:bulletEnabled val="1"/>
        </dgm:presLayoutVars>
      </dgm:prSet>
      <dgm:spPr/>
    </dgm:pt>
    <dgm:pt modelId="{56DE67C1-12AC-4537-B091-DD3CA434F618}" type="pres">
      <dgm:prSet presAssocID="{CBC28811-E029-47F2-B13E-0D01A81D0CD5}" presName="parTxOnlySpace" presStyleCnt="0"/>
      <dgm:spPr/>
    </dgm:pt>
    <dgm:pt modelId="{5B7CCF94-BFA4-4CDA-9E06-30CE5A77BB15}" type="pres">
      <dgm:prSet presAssocID="{645A83FE-D5F5-431D-A91C-20B6BEBFD24C}" presName="parTxOnly" presStyleLbl="node1" presStyleIdx="3" presStyleCnt="9">
        <dgm:presLayoutVars>
          <dgm:chMax val="0"/>
          <dgm:chPref val="0"/>
          <dgm:bulletEnabled val="1"/>
        </dgm:presLayoutVars>
      </dgm:prSet>
      <dgm:spPr/>
    </dgm:pt>
    <dgm:pt modelId="{7EA8DAA0-B55D-43E6-9C4C-83828E6BFB9E}" type="pres">
      <dgm:prSet presAssocID="{1D85AB95-7B1B-4053-B747-720D8B88EFAD}" presName="parTxOnlySpace" presStyleCnt="0"/>
      <dgm:spPr/>
    </dgm:pt>
    <dgm:pt modelId="{7DF2B565-0A8E-441A-BF4A-09FFA3B777CF}" type="pres">
      <dgm:prSet presAssocID="{7AED458D-7FBE-40FE-8C2C-152BFD461E76}" presName="parTxOnly" presStyleLbl="node1" presStyleIdx="4" presStyleCnt="9">
        <dgm:presLayoutVars>
          <dgm:chMax val="0"/>
          <dgm:chPref val="0"/>
          <dgm:bulletEnabled val="1"/>
        </dgm:presLayoutVars>
      </dgm:prSet>
      <dgm:spPr/>
    </dgm:pt>
    <dgm:pt modelId="{AA99DE5C-DA84-4517-856A-A8B4671DBC49}" type="pres">
      <dgm:prSet presAssocID="{18703457-32C9-4CF0-B6DC-64E421DCD496}" presName="parTxOnlySpace" presStyleCnt="0"/>
      <dgm:spPr/>
    </dgm:pt>
    <dgm:pt modelId="{B8574698-9433-420B-B19B-F4E8633AA23B}" type="pres">
      <dgm:prSet presAssocID="{56051EE8-BF4F-42D7-9282-2210D0B95DB2}" presName="parTxOnly" presStyleLbl="node1" presStyleIdx="5" presStyleCnt="9">
        <dgm:presLayoutVars>
          <dgm:chMax val="0"/>
          <dgm:chPref val="0"/>
          <dgm:bulletEnabled val="1"/>
        </dgm:presLayoutVars>
      </dgm:prSet>
      <dgm:spPr/>
    </dgm:pt>
    <dgm:pt modelId="{3CE66576-19CB-46E4-A098-35B9A47A0E08}" type="pres">
      <dgm:prSet presAssocID="{8752361C-9E26-4912-AA86-57F06B4D07C0}" presName="parTxOnlySpace" presStyleCnt="0"/>
      <dgm:spPr/>
    </dgm:pt>
    <dgm:pt modelId="{3DA55AF3-A82A-467D-96D8-9100C08F33A4}" type="pres">
      <dgm:prSet presAssocID="{E3A44B3F-2511-4944-90F1-BD25C1F1B5F7}" presName="parTxOnly" presStyleLbl="node1" presStyleIdx="6" presStyleCnt="9">
        <dgm:presLayoutVars>
          <dgm:chMax val="0"/>
          <dgm:chPref val="0"/>
          <dgm:bulletEnabled val="1"/>
        </dgm:presLayoutVars>
      </dgm:prSet>
      <dgm:spPr/>
    </dgm:pt>
    <dgm:pt modelId="{44DDEBAB-4643-4DE8-9CB8-C0167936A168}" type="pres">
      <dgm:prSet presAssocID="{17554E49-4B88-4F62-9A64-2BE51DB30324}" presName="parTxOnlySpace" presStyleCnt="0"/>
      <dgm:spPr/>
    </dgm:pt>
    <dgm:pt modelId="{868247E5-26EA-4665-833E-D50BC559297D}" type="pres">
      <dgm:prSet presAssocID="{17580F79-FE3D-4F46-A92D-9E6C5FD7DE4C}" presName="parTxOnly" presStyleLbl="node1" presStyleIdx="7" presStyleCnt="9">
        <dgm:presLayoutVars>
          <dgm:chMax val="0"/>
          <dgm:chPref val="0"/>
          <dgm:bulletEnabled val="1"/>
        </dgm:presLayoutVars>
      </dgm:prSet>
      <dgm:spPr/>
    </dgm:pt>
    <dgm:pt modelId="{F1510217-1643-46F4-BD0F-612C75A71E62}" type="pres">
      <dgm:prSet presAssocID="{4C97E45C-5640-4766-9DD5-B3C53C645F30}" presName="parTxOnlySpace" presStyleCnt="0"/>
      <dgm:spPr/>
    </dgm:pt>
    <dgm:pt modelId="{1C03E8E1-5A22-4F31-9843-0BF10B12B0A0}" type="pres">
      <dgm:prSet presAssocID="{345B82C6-C3A8-4455-AED9-406B0A726BDB}" presName="parTxOnly" presStyleLbl="node1" presStyleIdx="8" presStyleCnt="9">
        <dgm:presLayoutVars>
          <dgm:chMax val="0"/>
          <dgm:chPref val="0"/>
          <dgm:bulletEnabled val="1"/>
        </dgm:presLayoutVars>
      </dgm:prSet>
      <dgm:spPr/>
    </dgm:pt>
  </dgm:ptLst>
  <dgm:cxnLst>
    <dgm:cxn modelId="{B7D57F10-CB86-415F-A524-D62297A7E3E9}" srcId="{74926388-AA5A-43DD-9904-283AAB7A1795}" destId="{2BB1ADB2-5444-478E-A523-EE104BB6D7A5}" srcOrd="1" destOrd="0" parTransId="{4826607E-FB1B-417D-BBFC-695A5831E6A6}" sibTransId="{ED2E3B63-A5C1-4D90-9E1A-44C52AB6E09D}"/>
    <dgm:cxn modelId="{99037112-182C-4BE3-AE76-D087FF09DEDC}" srcId="{74926388-AA5A-43DD-9904-283AAB7A1795}" destId="{7AED458D-7FBE-40FE-8C2C-152BFD461E76}" srcOrd="4" destOrd="0" parTransId="{9A8ABC44-CDCA-4C9F-BBCB-7B522B7C7C61}" sibTransId="{18703457-32C9-4CF0-B6DC-64E421DCD496}"/>
    <dgm:cxn modelId="{B2A28345-656E-4E56-BAD2-44CD70C6F525}" type="presOf" srcId="{645A83FE-D5F5-431D-A91C-20B6BEBFD24C}" destId="{5B7CCF94-BFA4-4CDA-9E06-30CE5A77BB15}" srcOrd="0" destOrd="0" presId="urn:microsoft.com/office/officeart/2005/8/layout/chevron1"/>
    <dgm:cxn modelId="{69A11C48-42F7-4F01-B2E4-4139164D1030}" srcId="{74926388-AA5A-43DD-9904-283AAB7A1795}" destId="{56051EE8-BF4F-42D7-9282-2210D0B95DB2}" srcOrd="5" destOrd="0" parTransId="{9E50DCD7-C46B-471F-8F10-411A1DE2B93A}" sibTransId="{8752361C-9E26-4912-AA86-57F06B4D07C0}"/>
    <dgm:cxn modelId="{6D4C0451-BCBA-4BB7-A9BE-85BF216F2264}" type="presOf" srcId="{56051EE8-BF4F-42D7-9282-2210D0B95DB2}" destId="{B8574698-9433-420B-B19B-F4E8633AA23B}" srcOrd="0" destOrd="0" presId="urn:microsoft.com/office/officeart/2005/8/layout/chevron1"/>
    <dgm:cxn modelId="{F5047C75-188C-4A64-87D6-E1936FEFB991}" srcId="{74926388-AA5A-43DD-9904-283AAB7A1795}" destId="{17580F79-FE3D-4F46-A92D-9E6C5FD7DE4C}" srcOrd="7" destOrd="0" parTransId="{4ABEE9DA-3BA8-4B0B-B202-C9D827EB5CA6}" sibTransId="{4C97E45C-5640-4766-9DD5-B3C53C645F30}"/>
    <dgm:cxn modelId="{DCED4F78-73CC-4DFD-904B-3D53EDF71B65}" type="presOf" srcId="{17580F79-FE3D-4F46-A92D-9E6C5FD7DE4C}" destId="{868247E5-26EA-4665-833E-D50BC559297D}" srcOrd="0" destOrd="0" presId="urn:microsoft.com/office/officeart/2005/8/layout/chevron1"/>
    <dgm:cxn modelId="{7ADCAB59-4B58-44C2-959D-96A09B364AA2}" type="presOf" srcId="{74926388-AA5A-43DD-9904-283AAB7A1795}" destId="{EA778BBF-754E-4324-BFE2-D54C8434AA36}" srcOrd="0" destOrd="0" presId="urn:microsoft.com/office/officeart/2005/8/layout/chevron1"/>
    <dgm:cxn modelId="{EE67107B-5965-4CB3-A0C6-F35020F9260A}" type="presOf" srcId="{345B82C6-C3A8-4455-AED9-406B0A726BDB}" destId="{1C03E8E1-5A22-4F31-9843-0BF10B12B0A0}" srcOrd="0" destOrd="0" presId="urn:microsoft.com/office/officeart/2005/8/layout/chevron1"/>
    <dgm:cxn modelId="{1C745C7B-7016-47AF-BC34-AE7297F30ADE}" srcId="{74926388-AA5A-43DD-9904-283AAB7A1795}" destId="{E3A44B3F-2511-4944-90F1-BD25C1F1B5F7}" srcOrd="6" destOrd="0" parTransId="{6114E150-CB88-42BA-A7BC-688E29B96DCC}" sibTransId="{17554E49-4B88-4F62-9A64-2BE51DB30324}"/>
    <dgm:cxn modelId="{49A3A17D-74E8-4B88-B7B4-88F4311EC6C7}" type="presOf" srcId="{2BB1ADB2-5444-478E-A523-EE104BB6D7A5}" destId="{873A084E-2B6A-429D-94BE-B8A2F93E59BD}" srcOrd="0" destOrd="0" presId="urn:microsoft.com/office/officeart/2005/8/layout/chevron1"/>
    <dgm:cxn modelId="{ED112A92-B3FC-42BA-BB91-66BF69BB648A}" srcId="{74926388-AA5A-43DD-9904-283AAB7A1795}" destId="{345B82C6-C3A8-4455-AED9-406B0A726BDB}" srcOrd="8" destOrd="0" parTransId="{FB436EFA-28C6-4484-84C5-98F7C4DD8311}" sibTransId="{CF412F56-9576-4BD5-88F3-A100EE1B4921}"/>
    <dgm:cxn modelId="{E9C81093-300B-40F1-8643-C26E48496F58}" type="presOf" srcId="{5E4EE46D-E710-48B4-A012-61A810D326C5}" destId="{3319C834-8582-432B-B32B-AE320A7286E9}" srcOrd="0" destOrd="0" presId="urn:microsoft.com/office/officeart/2005/8/layout/chevron1"/>
    <dgm:cxn modelId="{B44E41AD-E88A-4802-B8CC-4B3BF424BBFC}" type="presOf" srcId="{7AED458D-7FBE-40FE-8C2C-152BFD461E76}" destId="{7DF2B565-0A8E-441A-BF4A-09FFA3B777CF}" srcOrd="0" destOrd="0" presId="urn:microsoft.com/office/officeart/2005/8/layout/chevron1"/>
    <dgm:cxn modelId="{AC0D79BD-51AA-497C-BAA2-9F454E28E3F1}" srcId="{74926388-AA5A-43DD-9904-283AAB7A1795}" destId="{5E4EE46D-E710-48B4-A012-61A810D326C5}" srcOrd="0" destOrd="0" parTransId="{D6E90C6E-184A-45DF-B0AF-C3560A97651B}" sibTransId="{637C1F3D-AD5B-474E-90B2-C138DBE65A7F}"/>
    <dgm:cxn modelId="{5FC3E5C4-F3E0-4CA0-A4E1-C95D9FE07F9B}" srcId="{74926388-AA5A-43DD-9904-283AAB7A1795}" destId="{9F995C28-A183-4214-A84F-B1C9250840F4}" srcOrd="2" destOrd="0" parTransId="{CDF14534-CA9F-4E29-A27E-316AA69D79A7}" sibTransId="{CBC28811-E029-47F2-B13E-0D01A81D0CD5}"/>
    <dgm:cxn modelId="{C92AF0EE-DBA3-47F8-BEC1-B11D93B59D4C}" type="presOf" srcId="{E3A44B3F-2511-4944-90F1-BD25C1F1B5F7}" destId="{3DA55AF3-A82A-467D-96D8-9100C08F33A4}" srcOrd="0" destOrd="0" presId="urn:microsoft.com/office/officeart/2005/8/layout/chevron1"/>
    <dgm:cxn modelId="{B5AC47F1-BA1F-4145-B7BB-8FDE7096B05B}" srcId="{74926388-AA5A-43DD-9904-283AAB7A1795}" destId="{645A83FE-D5F5-431D-A91C-20B6BEBFD24C}" srcOrd="3" destOrd="0" parTransId="{AB383FA7-9D4C-4DE7-9E50-983F7C34938E}" sibTransId="{1D85AB95-7B1B-4053-B747-720D8B88EFAD}"/>
    <dgm:cxn modelId="{C3DE6BFC-475E-40D7-8F33-C975C549FBC4}" type="presOf" srcId="{9F995C28-A183-4214-A84F-B1C9250840F4}" destId="{D60B580D-8CF1-49D4-B936-37A5041F6C2F}" srcOrd="0" destOrd="0" presId="urn:microsoft.com/office/officeart/2005/8/layout/chevron1"/>
    <dgm:cxn modelId="{15FB3540-FD09-4DC0-80EB-5D843BA97D2E}" type="presParOf" srcId="{EA778BBF-754E-4324-BFE2-D54C8434AA36}" destId="{3319C834-8582-432B-B32B-AE320A7286E9}" srcOrd="0" destOrd="0" presId="urn:microsoft.com/office/officeart/2005/8/layout/chevron1"/>
    <dgm:cxn modelId="{C91EDD8D-4779-4F05-BC72-DCAA5E2FA2CB}" type="presParOf" srcId="{EA778BBF-754E-4324-BFE2-D54C8434AA36}" destId="{B2C4C985-AEA8-4EB7-8609-E2EFABDFE5A6}" srcOrd="1" destOrd="0" presId="urn:microsoft.com/office/officeart/2005/8/layout/chevron1"/>
    <dgm:cxn modelId="{4E756705-DF4B-4726-AD82-C2D17A34C288}" type="presParOf" srcId="{EA778BBF-754E-4324-BFE2-D54C8434AA36}" destId="{873A084E-2B6A-429D-94BE-B8A2F93E59BD}" srcOrd="2" destOrd="0" presId="urn:microsoft.com/office/officeart/2005/8/layout/chevron1"/>
    <dgm:cxn modelId="{AC1B2B5E-819A-42F2-A4C5-3A7B5556D19E}" type="presParOf" srcId="{EA778BBF-754E-4324-BFE2-D54C8434AA36}" destId="{7B7EA429-F6A6-46F2-BA26-C8720C994114}" srcOrd="3" destOrd="0" presId="urn:microsoft.com/office/officeart/2005/8/layout/chevron1"/>
    <dgm:cxn modelId="{C24A8EC3-F607-4AD2-A748-057BD8DAACC6}" type="presParOf" srcId="{EA778BBF-754E-4324-BFE2-D54C8434AA36}" destId="{D60B580D-8CF1-49D4-B936-37A5041F6C2F}" srcOrd="4" destOrd="0" presId="urn:microsoft.com/office/officeart/2005/8/layout/chevron1"/>
    <dgm:cxn modelId="{FBD45A8B-2BA7-487E-A895-472A639219B5}" type="presParOf" srcId="{EA778BBF-754E-4324-BFE2-D54C8434AA36}" destId="{56DE67C1-12AC-4537-B091-DD3CA434F618}" srcOrd="5" destOrd="0" presId="urn:microsoft.com/office/officeart/2005/8/layout/chevron1"/>
    <dgm:cxn modelId="{2D1ADFEC-6513-4DD4-9AD4-7A489EF50ADE}" type="presParOf" srcId="{EA778BBF-754E-4324-BFE2-D54C8434AA36}" destId="{5B7CCF94-BFA4-4CDA-9E06-30CE5A77BB15}" srcOrd="6" destOrd="0" presId="urn:microsoft.com/office/officeart/2005/8/layout/chevron1"/>
    <dgm:cxn modelId="{6C88A87D-BC2D-431B-8848-7EA18A5BBC1B}" type="presParOf" srcId="{EA778BBF-754E-4324-BFE2-D54C8434AA36}" destId="{7EA8DAA0-B55D-43E6-9C4C-83828E6BFB9E}" srcOrd="7" destOrd="0" presId="urn:microsoft.com/office/officeart/2005/8/layout/chevron1"/>
    <dgm:cxn modelId="{0E6DDCFF-D007-43A4-AF7A-A2DDEF43114E}" type="presParOf" srcId="{EA778BBF-754E-4324-BFE2-D54C8434AA36}" destId="{7DF2B565-0A8E-441A-BF4A-09FFA3B777CF}" srcOrd="8" destOrd="0" presId="urn:microsoft.com/office/officeart/2005/8/layout/chevron1"/>
    <dgm:cxn modelId="{D787694B-6115-4026-8170-4400D4BB4377}" type="presParOf" srcId="{EA778BBF-754E-4324-BFE2-D54C8434AA36}" destId="{AA99DE5C-DA84-4517-856A-A8B4671DBC49}" srcOrd="9" destOrd="0" presId="urn:microsoft.com/office/officeart/2005/8/layout/chevron1"/>
    <dgm:cxn modelId="{F83539B6-E870-4F86-8314-7806925AE3AE}" type="presParOf" srcId="{EA778BBF-754E-4324-BFE2-D54C8434AA36}" destId="{B8574698-9433-420B-B19B-F4E8633AA23B}" srcOrd="10" destOrd="0" presId="urn:microsoft.com/office/officeart/2005/8/layout/chevron1"/>
    <dgm:cxn modelId="{BE8F4CFF-5E39-4E40-B2F5-F39E83E78396}" type="presParOf" srcId="{EA778BBF-754E-4324-BFE2-D54C8434AA36}" destId="{3CE66576-19CB-46E4-A098-35B9A47A0E08}" srcOrd="11" destOrd="0" presId="urn:microsoft.com/office/officeart/2005/8/layout/chevron1"/>
    <dgm:cxn modelId="{9D72A262-5B1F-4B23-803E-6BE61C5F15C8}" type="presParOf" srcId="{EA778BBF-754E-4324-BFE2-D54C8434AA36}" destId="{3DA55AF3-A82A-467D-96D8-9100C08F33A4}" srcOrd="12" destOrd="0" presId="urn:microsoft.com/office/officeart/2005/8/layout/chevron1"/>
    <dgm:cxn modelId="{8EA34DC2-F06E-42DA-A0EA-86E0DBE5FB51}" type="presParOf" srcId="{EA778BBF-754E-4324-BFE2-D54C8434AA36}" destId="{44DDEBAB-4643-4DE8-9CB8-C0167936A168}" srcOrd="13" destOrd="0" presId="urn:microsoft.com/office/officeart/2005/8/layout/chevron1"/>
    <dgm:cxn modelId="{FDC21696-B69C-4666-9788-6BC473E83055}" type="presParOf" srcId="{EA778BBF-754E-4324-BFE2-D54C8434AA36}" destId="{868247E5-26EA-4665-833E-D50BC559297D}" srcOrd="14" destOrd="0" presId="urn:microsoft.com/office/officeart/2005/8/layout/chevron1"/>
    <dgm:cxn modelId="{CBD84D33-4C73-4FE7-942B-C0AC3996EA82}" type="presParOf" srcId="{EA778BBF-754E-4324-BFE2-D54C8434AA36}" destId="{F1510217-1643-46F4-BD0F-612C75A71E62}" srcOrd="15" destOrd="0" presId="urn:microsoft.com/office/officeart/2005/8/layout/chevron1"/>
    <dgm:cxn modelId="{38A2EC17-0670-4ACD-AE38-0322FA63C40B}" type="presParOf" srcId="{EA778BBF-754E-4324-BFE2-D54C8434AA36}" destId="{1C03E8E1-5A22-4F31-9843-0BF10B12B0A0}" srcOrd="16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74926388-AA5A-43DD-9904-283AAB7A1795}" type="doc">
      <dgm:prSet loTypeId="urn:microsoft.com/office/officeart/2005/8/layout/chevron1" loCatId="process" qsTypeId="urn:microsoft.com/office/officeart/2005/8/quickstyle/simple1" qsCatId="simple" csTypeId="urn:microsoft.com/office/officeart/2005/8/colors/accent1_2" csCatId="accent1" phldr="1"/>
      <dgm:spPr/>
    </dgm:pt>
    <dgm:pt modelId="{5E4EE46D-E710-48B4-A012-61A810D326C5}">
      <dgm:prSet phldrT="[Text]"/>
      <dgm:spPr>
        <a:solidFill>
          <a:schemeClr val="bg1">
            <a:lumMod val="85000"/>
          </a:schemeClr>
        </a:solidFill>
      </dgm:spPr>
      <dgm:t>
        <a:bodyPr/>
        <a:lstStyle/>
        <a:p>
          <a:r>
            <a:rPr lang="en-AU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Project Background &amp; Problem Statement</a:t>
          </a:r>
        </a:p>
      </dgm:t>
    </dgm:pt>
    <dgm:pt modelId="{D6E90C6E-184A-45DF-B0AF-C3560A97651B}" type="parTrans" cxnId="{AC0D79BD-51AA-497C-BAA2-9F454E28E3F1}">
      <dgm:prSet/>
      <dgm:spPr/>
      <dgm:t>
        <a:bodyPr/>
        <a:lstStyle/>
        <a:p>
          <a:endParaRPr lang="en-AU"/>
        </a:p>
      </dgm:t>
    </dgm:pt>
    <dgm:pt modelId="{637C1F3D-AD5B-474E-90B2-C138DBE65A7F}" type="sibTrans" cxnId="{AC0D79BD-51AA-497C-BAA2-9F454E28E3F1}">
      <dgm:prSet/>
      <dgm:spPr/>
      <dgm:t>
        <a:bodyPr/>
        <a:lstStyle/>
        <a:p>
          <a:endParaRPr lang="en-AU"/>
        </a:p>
      </dgm:t>
    </dgm:pt>
    <dgm:pt modelId="{2BB1ADB2-5444-478E-A523-EE104BB6D7A5}">
      <dgm:prSet phldrT="[Text]"/>
      <dgm:spPr>
        <a:solidFill>
          <a:schemeClr val="bg1">
            <a:lumMod val="85000"/>
          </a:schemeClr>
        </a:solidFill>
        <a:ln>
          <a:solidFill>
            <a:schemeClr val="bg1"/>
          </a:solidFill>
        </a:ln>
      </dgm:spPr>
      <dgm:t>
        <a:bodyPr/>
        <a:lstStyle/>
        <a:p>
          <a:r>
            <a:rPr lang="en-AU" b="0" noProof="0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Methodology &amp; Approach</a:t>
          </a:r>
          <a:endParaRPr lang="en-AU" b="0" dirty="0">
            <a:solidFill>
              <a:schemeClr val="tx1">
                <a:lumMod val="50000"/>
                <a:lumOff val="50000"/>
              </a:schemeClr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4826607E-FB1B-417D-BBFC-695A5831E6A6}" type="parTrans" cxnId="{B7D57F10-CB86-415F-A524-D62297A7E3E9}">
      <dgm:prSet/>
      <dgm:spPr/>
      <dgm:t>
        <a:bodyPr/>
        <a:lstStyle/>
        <a:p>
          <a:endParaRPr lang="en-AU"/>
        </a:p>
      </dgm:t>
    </dgm:pt>
    <dgm:pt modelId="{ED2E3B63-A5C1-4D90-9E1A-44C52AB6E09D}" type="sibTrans" cxnId="{B7D57F10-CB86-415F-A524-D62297A7E3E9}">
      <dgm:prSet/>
      <dgm:spPr/>
      <dgm:t>
        <a:bodyPr/>
        <a:lstStyle/>
        <a:p>
          <a:endParaRPr lang="en-AU"/>
        </a:p>
      </dgm:t>
    </dgm:pt>
    <dgm:pt modelId="{9F995C28-A183-4214-A84F-B1C9250840F4}">
      <dgm:prSet phldrT="[Text]"/>
      <dgm:spPr>
        <a:solidFill>
          <a:schemeClr val="bg1">
            <a:lumMod val="85000"/>
          </a:schemeClr>
        </a:solidFill>
        <a:ln>
          <a:solidFill>
            <a:schemeClr val="bg1"/>
          </a:solidFill>
        </a:ln>
      </dgm:spPr>
      <dgm:t>
        <a:bodyPr/>
        <a:lstStyle/>
        <a:p>
          <a:r>
            <a:rPr lang="en-AU" b="0" noProof="0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Justification of Techniques</a:t>
          </a:r>
          <a:endParaRPr lang="en-AU" b="0" dirty="0">
            <a:solidFill>
              <a:schemeClr val="tx1">
                <a:lumMod val="50000"/>
                <a:lumOff val="50000"/>
              </a:schemeClr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CDF14534-CA9F-4E29-A27E-316AA69D79A7}" type="parTrans" cxnId="{5FC3E5C4-F3E0-4CA0-A4E1-C95D9FE07F9B}">
      <dgm:prSet/>
      <dgm:spPr/>
      <dgm:t>
        <a:bodyPr/>
        <a:lstStyle/>
        <a:p>
          <a:endParaRPr lang="en-AU"/>
        </a:p>
      </dgm:t>
    </dgm:pt>
    <dgm:pt modelId="{CBC28811-E029-47F2-B13E-0D01A81D0CD5}" type="sibTrans" cxnId="{5FC3E5C4-F3E0-4CA0-A4E1-C95D9FE07F9B}">
      <dgm:prSet/>
      <dgm:spPr/>
      <dgm:t>
        <a:bodyPr/>
        <a:lstStyle/>
        <a:p>
          <a:endParaRPr lang="en-AU"/>
        </a:p>
      </dgm:t>
    </dgm:pt>
    <dgm:pt modelId="{645A83FE-D5F5-431D-A91C-20B6BEBFD24C}">
      <dgm:prSet/>
      <dgm:spPr>
        <a:solidFill>
          <a:schemeClr val="bg1">
            <a:lumMod val="85000"/>
          </a:schemeClr>
        </a:solidFill>
        <a:ln>
          <a:solidFill>
            <a:schemeClr val="bg1"/>
          </a:solidFill>
        </a:ln>
      </dgm:spPr>
      <dgm:t>
        <a:bodyPr/>
        <a:lstStyle/>
        <a:p>
          <a:r>
            <a:rPr lang="en-AU" b="0" noProof="0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Architecture Consistency &amp; Design</a:t>
          </a:r>
          <a:endParaRPr lang="en-AU" b="0" dirty="0">
            <a:solidFill>
              <a:schemeClr val="tx1">
                <a:lumMod val="50000"/>
                <a:lumOff val="50000"/>
              </a:schemeClr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AB383FA7-9D4C-4DE7-9E50-983F7C34938E}" type="parTrans" cxnId="{B5AC47F1-BA1F-4145-B7BB-8FDE7096B05B}">
      <dgm:prSet/>
      <dgm:spPr/>
      <dgm:t>
        <a:bodyPr/>
        <a:lstStyle/>
        <a:p>
          <a:endParaRPr lang="en-AU"/>
        </a:p>
      </dgm:t>
    </dgm:pt>
    <dgm:pt modelId="{1D85AB95-7B1B-4053-B747-720D8B88EFAD}" type="sibTrans" cxnId="{B5AC47F1-BA1F-4145-B7BB-8FDE7096B05B}">
      <dgm:prSet/>
      <dgm:spPr/>
      <dgm:t>
        <a:bodyPr/>
        <a:lstStyle/>
        <a:p>
          <a:endParaRPr lang="en-AU"/>
        </a:p>
      </dgm:t>
    </dgm:pt>
    <dgm:pt modelId="{7AED458D-7FBE-40FE-8C2C-152BFD461E76}">
      <dgm:prSet/>
      <dgm:spPr>
        <a:solidFill>
          <a:schemeClr val="bg1">
            <a:lumMod val="85000"/>
          </a:schemeClr>
        </a:solidFill>
        <a:ln>
          <a:solidFill>
            <a:schemeClr val="bg1"/>
          </a:solidFill>
        </a:ln>
      </dgm:spPr>
      <dgm:t>
        <a:bodyPr/>
        <a:lstStyle/>
        <a:p>
          <a:r>
            <a:rPr lang="en-AU" b="0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Visual Walkthrough (Sample Dashboard)</a:t>
          </a:r>
        </a:p>
      </dgm:t>
    </dgm:pt>
    <dgm:pt modelId="{9A8ABC44-CDCA-4C9F-BBCB-7B522B7C7C61}" type="parTrans" cxnId="{99037112-182C-4BE3-AE76-D087FF09DEDC}">
      <dgm:prSet/>
      <dgm:spPr/>
      <dgm:t>
        <a:bodyPr/>
        <a:lstStyle/>
        <a:p>
          <a:endParaRPr lang="en-AU"/>
        </a:p>
      </dgm:t>
    </dgm:pt>
    <dgm:pt modelId="{18703457-32C9-4CF0-B6DC-64E421DCD496}" type="sibTrans" cxnId="{99037112-182C-4BE3-AE76-D087FF09DEDC}">
      <dgm:prSet/>
      <dgm:spPr/>
      <dgm:t>
        <a:bodyPr/>
        <a:lstStyle/>
        <a:p>
          <a:endParaRPr lang="en-AU"/>
        </a:p>
      </dgm:t>
    </dgm:pt>
    <dgm:pt modelId="{E3A44B3F-2511-4944-90F1-BD25C1F1B5F7}">
      <dgm:prSet/>
      <dgm:spPr>
        <a:ln>
          <a:solidFill>
            <a:srgbClr val="FF0000"/>
          </a:solidFill>
        </a:ln>
      </dgm:spPr>
      <dgm:t>
        <a:bodyPr/>
        <a:lstStyle/>
        <a:p>
          <a:r>
            <a:rPr lang="en-AU" b="1" dirty="0">
              <a:solidFill>
                <a:srgbClr val="FFC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Value Delivered to Secora</a:t>
          </a:r>
        </a:p>
      </dgm:t>
    </dgm:pt>
    <dgm:pt modelId="{6114E150-CB88-42BA-A7BC-688E29B96DCC}" type="parTrans" cxnId="{1C745C7B-7016-47AF-BC34-AE7297F30ADE}">
      <dgm:prSet/>
      <dgm:spPr/>
      <dgm:t>
        <a:bodyPr/>
        <a:lstStyle/>
        <a:p>
          <a:endParaRPr lang="en-AU"/>
        </a:p>
      </dgm:t>
    </dgm:pt>
    <dgm:pt modelId="{17554E49-4B88-4F62-9A64-2BE51DB30324}" type="sibTrans" cxnId="{1C745C7B-7016-47AF-BC34-AE7297F30ADE}">
      <dgm:prSet/>
      <dgm:spPr/>
      <dgm:t>
        <a:bodyPr/>
        <a:lstStyle/>
        <a:p>
          <a:endParaRPr lang="en-AU"/>
        </a:p>
      </dgm:t>
    </dgm:pt>
    <dgm:pt modelId="{56051EE8-BF4F-42D7-9282-2210D0B95DB2}">
      <dgm:prSet/>
      <dgm:spPr>
        <a:solidFill>
          <a:schemeClr val="bg1">
            <a:lumMod val="85000"/>
          </a:schemeClr>
        </a:solidFill>
      </dgm:spPr>
      <dgm:t>
        <a:bodyPr/>
        <a:lstStyle/>
        <a:p>
          <a:r>
            <a:rPr lang="en-AU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Validation &amp; Demo Feedback</a:t>
          </a:r>
        </a:p>
      </dgm:t>
    </dgm:pt>
    <dgm:pt modelId="{9E50DCD7-C46B-471F-8F10-411A1DE2B93A}" type="parTrans" cxnId="{69A11C48-42F7-4F01-B2E4-4139164D1030}">
      <dgm:prSet/>
      <dgm:spPr/>
      <dgm:t>
        <a:bodyPr/>
        <a:lstStyle/>
        <a:p>
          <a:endParaRPr lang="en-AU"/>
        </a:p>
      </dgm:t>
    </dgm:pt>
    <dgm:pt modelId="{8752361C-9E26-4912-AA86-57F06B4D07C0}" type="sibTrans" cxnId="{69A11C48-42F7-4F01-B2E4-4139164D1030}">
      <dgm:prSet/>
      <dgm:spPr/>
      <dgm:t>
        <a:bodyPr/>
        <a:lstStyle/>
        <a:p>
          <a:endParaRPr lang="en-AU"/>
        </a:p>
      </dgm:t>
    </dgm:pt>
    <dgm:pt modelId="{345B82C6-C3A8-4455-AED9-406B0A726BDB}">
      <dgm:prSet/>
      <dgm:spPr/>
      <dgm:t>
        <a:bodyPr/>
        <a:lstStyle/>
        <a:p>
          <a:r>
            <a:rPr lang="en-AU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Reflection &amp; Learning</a:t>
          </a:r>
        </a:p>
      </dgm:t>
    </dgm:pt>
    <dgm:pt modelId="{FB436EFA-28C6-4484-84C5-98F7C4DD8311}" type="parTrans" cxnId="{ED112A92-B3FC-42BA-BB91-66BF69BB648A}">
      <dgm:prSet/>
      <dgm:spPr/>
      <dgm:t>
        <a:bodyPr/>
        <a:lstStyle/>
        <a:p>
          <a:endParaRPr lang="en-AU"/>
        </a:p>
      </dgm:t>
    </dgm:pt>
    <dgm:pt modelId="{CF412F56-9576-4BD5-88F3-A100EE1B4921}" type="sibTrans" cxnId="{ED112A92-B3FC-42BA-BB91-66BF69BB648A}">
      <dgm:prSet/>
      <dgm:spPr/>
      <dgm:t>
        <a:bodyPr/>
        <a:lstStyle/>
        <a:p>
          <a:endParaRPr lang="en-AU"/>
        </a:p>
      </dgm:t>
    </dgm:pt>
    <dgm:pt modelId="{9EDCE437-17EB-4F5C-A323-BC9655A35084}">
      <dgm:prSet/>
      <dgm:spPr/>
      <dgm:t>
        <a:bodyPr/>
        <a:lstStyle/>
        <a:p>
          <a:r>
            <a:rPr lang="en-AU">
              <a:latin typeface="Times New Roman" panose="02020603050405020304" pitchFamily="18" charset="0"/>
              <a:cs typeface="Times New Roman" panose="02020603050405020304" pitchFamily="18" charset="0"/>
            </a:rPr>
            <a:t>Challenges &amp; Resolutions</a:t>
          </a:r>
        </a:p>
      </dgm:t>
    </dgm:pt>
    <dgm:pt modelId="{F60AB43F-3700-4A05-8E43-4EFE5A981B68}" type="parTrans" cxnId="{C5C302AE-89D4-4B83-8FCC-6BD0556F1A37}">
      <dgm:prSet/>
      <dgm:spPr/>
      <dgm:t>
        <a:bodyPr/>
        <a:lstStyle/>
        <a:p>
          <a:endParaRPr lang="en-AU"/>
        </a:p>
      </dgm:t>
    </dgm:pt>
    <dgm:pt modelId="{22F81C37-33D0-4522-84F0-D0293A3295ED}" type="sibTrans" cxnId="{C5C302AE-89D4-4B83-8FCC-6BD0556F1A37}">
      <dgm:prSet/>
      <dgm:spPr/>
      <dgm:t>
        <a:bodyPr/>
        <a:lstStyle/>
        <a:p>
          <a:endParaRPr lang="en-AU"/>
        </a:p>
      </dgm:t>
    </dgm:pt>
    <dgm:pt modelId="{EA778BBF-754E-4324-BFE2-D54C8434AA36}" type="pres">
      <dgm:prSet presAssocID="{74926388-AA5A-43DD-9904-283AAB7A1795}" presName="Name0" presStyleCnt="0">
        <dgm:presLayoutVars>
          <dgm:dir/>
          <dgm:animLvl val="lvl"/>
          <dgm:resizeHandles val="exact"/>
        </dgm:presLayoutVars>
      </dgm:prSet>
      <dgm:spPr/>
    </dgm:pt>
    <dgm:pt modelId="{3319C834-8582-432B-B32B-AE320A7286E9}" type="pres">
      <dgm:prSet presAssocID="{5E4EE46D-E710-48B4-A012-61A810D326C5}" presName="parTxOnly" presStyleLbl="node1" presStyleIdx="0" presStyleCnt="9">
        <dgm:presLayoutVars>
          <dgm:chMax val="0"/>
          <dgm:chPref val="0"/>
          <dgm:bulletEnabled val="1"/>
        </dgm:presLayoutVars>
      </dgm:prSet>
      <dgm:spPr/>
    </dgm:pt>
    <dgm:pt modelId="{B2C4C985-AEA8-4EB7-8609-E2EFABDFE5A6}" type="pres">
      <dgm:prSet presAssocID="{637C1F3D-AD5B-474E-90B2-C138DBE65A7F}" presName="parTxOnlySpace" presStyleCnt="0"/>
      <dgm:spPr/>
    </dgm:pt>
    <dgm:pt modelId="{873A084E-2B6A-429D-94BE-B8A2F93E59BD}" type="pres">
      <dgm:prSet presAssocID="{2BB1ADB2-5444-478E-A523-EE104BB6D7A5}" presName="parTxOnly" presStyleLbl="node1" presStyleIdx="1" presStyleCnt="9">
        <dgm:presLayoutVars>
          <dgm:chMax val="0"/>
          <dgm:chPref val="0"/>
          <dgm:bulletEnabled val="1"/>
        </dgm:presLayoutVars>
      </dgm:prSet>
      <dgm:spPr/>
    </dgm:pt>
    <dgm:pt modelId="{7B7EA429-F6A6-46F2-BA26-C8720C994114}" type="pres">
      <dgm:prSet presAssocID="{ED2E3B63-A5C1-4D90-9E1A-44C52AB6E09D}" presName="parTxOnlySpace" presStyleCnt="0"/>
      <dgm:spPr/>
    </dgm:pt>
    <dgm:pt modelId="{D60B580D-8CF1-49D4-B936-37A5041F6C2F}" type="pres">
      <dgm:prSet presAssocID="{9F995C28-A183-4214-A84F-B1C9250840F4}" presName="parTxOnly" presStyleLbl="node1" presStyleIdx="2" presStyleCnt="9">
        <dgm:presLayoutVars>
          <dgm:chMax val="0"/>
          <dgm:chPref val="0"/>
          <dgm:bulletEnabled val="1"/>
        </dgm:presLayoutVars>
      </dgm:prSet>
      <dgm:spPr/>
    </dgm:pt>
    <dgm:pt modelId="{56DE67C1-12AC-4537-B091-DD3CA434F618}" type="pres">
      <dgm:prSet presAssocID="{CBC28811-E029-47F2-B13E-0D01A81D0CD5}" presName="parTxOnlySpace" presStyleCnt="0"/>
      <dgm:spPr/>
    </dgm:pt>
    <dgm:pt modelId="{5B7CCF94-BFA4-4CDA-9E06-30CE5A77BB15}" type="pres">
      <dgm:prSet presAssocID="{645A83FE-D5F5-431D-A91C-20B6BEBFD24C}" presName="parTxOnly" presStyleLbl="node1" presStyleIdx="3" presStyleCnt="9">
        <dgm:presLayoutVars>
          <dgm:chMax val="0"/>
          <dgm:chPref val="0"/>
          <dgm:bulletEnabled val="1"/>
        </dgm:presLayoutVars>
      </dgm:prSet>
      <dgm:spPr/>
    </dgm:pt>
    <dgm:pt modelId="{7EA8DAA0-B55D-43E6-9C4C-83828E6BFB9E}" type="pres">
      <dgm:prSet presAssocID="{1D85AB95-7B1B-4053-B747-720D8B88EFAD}" presName="parTxOnlySpace" presStyleCnt="0"/>
      <dgm:spPr/>
    </dgm:pt>
    <dgm:pt modelId="{7DF2B565-0A8E-441A-BF4A-09FFA3B777CF}" type="pres">
      <dgm:prSet presAssocID="{7AED458D-7FBE-40FE-8C2C-152BFD461E76}" presName="parTxOnly" presStyleLbl="node1" presStyleIdx="4" presStyleCnt="9">
        <dgm:presLayoutVars>
          <dgm:chMax val="0"/>
          <dgm:chPref val="0"/>
          <dgm:bulletEnabled val="1"/>
        </dgm:presLayoutVars>
      </dgm:prSet>
      <dgm:spPr/>
    </dgm:pt>
    <dgm:pt modelId="{AA99DE5C-DA84-4517-856A-A8B4671DBC49}" type="pres">
      <dgm:prSet presAssocID="{18703457-32C9-4CF0-B6DC-64E421DCD496}" presName="parTxOnlySpace" presStyleCnt="0"/>
      <dgm:spPr/>
    </dgm:pt>
    <dgm:pt modelId="{B8574698-9433-420B-B19B-F4E8633AA23B}" type="pres">
      <dgm:prSet presAssocID="{56051EE8-BF4F-42D7-9282-2210D0B95DB2}" presName="parTxOnly" presStyleLbl="node1" presStyleIdx="5" presStyleCnt="9">
        <dgm:presLayoutVars>
          <dgm:chMax val="0"/>
          <dgm:chPref val="0"/>
          <dgm:bulletEnabled val="1"/>
        </dgm:presLayoutVars>
      </dgm:prSet>
      <dgm:spPr/>
    </dgm:pt>
    <dgm:pt modelId="{3CE66576-19CB-46E4-A098-35B9A47A0E08}" type="pres">
      <dgm:prSet presAssocID="{8752361C-9E26-4912-AA86-57F06B4D07C0}" presName="parTxOnlySpace" presStyleCnt="0"/>
      <dgm:spPr/>
    </dgm:pt>
    <dgm:pt modelId="{3DA55AF3-A82A-467D-96D8-9100C08F33A4}" type="pres">
      <dgm:prSet presAssocID="{E3A44B3F-2511-4944-90F1-BD25C1F1B5F7}" presName="parTxOnly" presStyleLbl="node1" presStyleIdx="6" presStyleCnt="9">
        <dgm:presLayoutVars>
          <dgm:chMax val="0"/>
          <dgm:chPref val="0"/>
          <dgm:bulletEnabled val="1"/>
        </dgm:presLayoutVars>
      </dgm:prSet>
      <dgm:spPr/>
    </dgm:pt>
    <dgm:pt modelId="{44DDEBAB-4643-4DE8-9CB8-C0167936A168}" type="pres">
      <dgm:prSet presAssocID="{17554E49-4B88-4F62-9A64-2BE51DB30324}" presName="parTxOnlySpace" presStyleCnt="0"/>
      <dgm:spPr/>
    </dgm:pt>
    <dgm:pt modelId="{BDEA618B-943D-4906-B828-E84017726872}" type="pres">
      <dgm:prSet presAssocID="{9EDCE437-17EB-4F5C-A323-BC9655A35084}" presName="parTxOnly" presStyleLbl="node1" presStyleIdx="7" presStyleCnt="9">
        <dgm:presLayoutVars>
          <dgm:chMax val="0"/>
          <dgm:chPref val="0"/>
          <dgm:bulletEnabled val="1"/>
        </dgm:presLayoutVars>
      </dgm:prSet>
      <dgm:spPr/>
    </dgm:pt>
    <dgm:pt modelId="{89E72D3C-E346-44DB-96F5-3228295216EB}" type="pres">
      <dgm:prSet presAssocID="{22F81C37-33D0-4522-84F0-D0293A3295ED}" presName="parTxOnlySpace" presStyleCnt="0"/>
      <dgm:spPr/>
    </dgm:pt>
    <dgm:pt modelId="{1C03E8E1-5A22-4F31-9843-0BF10B12B0A0}" type="pres">
      <dgm:prSet presAssocID="{345B82C6-C3A8-4455-AED9-406B0A726BDB}" presName="parTxOnly" presStyleLbl="node1" presStyleIdx="8" presStyleCnt="9">
        <dgm:presLayoutVars>
          <dgm:chMax val="0"/>
          <dgm:chPref val="0"/>
          <dgm:bulletEnabled val="1"/>
        </dgm:presLayoutVars>
      </dgm:prSet>
      <dgm:spPr/>
    </dgm:pt>
  </dgm:ptLst>
  <dgm:cxnLst>
    <dgm:cxn modelId="{B7D57F10-CB86-415F-A524-D62297A7E3E9}" srcId="{74926388-AA5A-43DD-9904-283AAB7A1795}" destId="{2BB1ADB2-5444-478E-A523-EE104BB6D7A5}" srcOrd="1" destOrd="0" parTransId="{4826607E-FB1B-417D-BBFC-695A5831E6A6}" sibTransId="{ED2E3B63-A5C1-4D90-9E1A-44C52AB6E09D}"/>
    <dgm:cxn modelId="{99037112-182C-4BE3-AE76-D087FF09DEDC}" srcId="{74926388-AA5A-43DD-9904-283AAB7A1795}" destId="{7AED458D-7FBE-40FE-8C2C-152BFD461E76}" srcOrd="4" destOrd="0" parTransId="{9A8ABC44-CDCA-4C9F-BBCB-7B522B7C7C61}" sibTransId="{18703457-32C9-4CF0-B6DC-64E421DCD496}"/>
    <dgm:cxn modelId="{0D858A29-AE73-4AD4-BDAB-F7E976599E40}" type="presOf" srcId="{345B82C6-C3A8-4455-AED9-406B0A726BDB}" destId="{1C03E8E1-5A22-4F31-9843-0BF10B12B0A0}" srcOrd="0" destOrd="0" presId="urn:microsoft.com/office/officeart/2005/8/layout/chevron1"/>
    <dgm:cxn modelId="{BB787238-EEDE-44E6-9AE2-E42B163481F1}" type="presOf" srcId="{56051EE8-BF4F-42D7-9282-2210D0B95DB2}" destId="{B8574698-9433-420B-B19B-F4E8633AA23B}" srcOrd="0" destOrd="0" presId="urn:microsoft.com/office/officeart/2005/8/layout/chevron1"/>
    <dgm:cxn modelId="{69A11C48-42F7-4F01-B2E4-4139164D1030}" srcId="{74926388-AA5A-43DD-9904-283AAB7A1795}" destId="{56051EE8-BF4F-42D7-9282-2210D0B95DB2}" srcOrd="5" destOrd="0" parTransId="{9E50DCD7-C46B-471F-8F10-411A1DE2B93A}" sibTransId="{8752361C-9E26-4912-AA86-57F06B4D07C0}"/>
    <dgm:cxn modelId="{84448F69-E377-4EDD-A2D7-B9017F87BD58}" type="presOf" srcId="{2BB1ADB2-5444-478E-A523-EE104BB6D7A5}" destId="{873A084E-2B6A-429D-94BE-B8A2F93E59BD}" srcOrd="0" destOrd="0" presId="urn:microsoft.com/office/officeart/2005/8/layout/chevron1"/>
    <dgm:cxn modelId="{7ADCAB59-4B58-44C2-959D-96A09B364AA2}" type="presOf" srcId="{74926388-AA5A-43DD-9904-283AAB7A1795}" destId="{EA778BBF-754E-4324-BFE2-D54C8434AA36}" srcOrd="0" destOrd="0" presId="urn:microsoft.com/office/officeart/2005/8/layout/chevron1"/>
    <dgm:cxn modelId="{1C745C7B-7016-47AF-BC34-AE7297F30ADE}" srcId="{74926388-AA5A-43DD-9904-283AAB7A1795}" destId="{E3A44B3F-2511-4944-90F1-BD25C1F1B5F7}" srcOrd="6" destOrd="0" parTransId="{6114E150-CB88-42BA-A7BC-688E29B96DCC}" sibTransId="{17554E49-4B88-4F62-9A64-2BE51DB30324}"/>
    <dgm:cxn modelId="{5C1D3B8A-5A97-48B4-AB18-C2811E1961C2}" type="presOf" srcId="{E3A44B3F-2511-4944-90F1-BD25C1F1B5F7}" destId="{3DA55AF3-A82A-467D-96D8-9100C08F33A4}" srcOrd="0" destOrd="0" presId="urn:microsoft.com/office/officeart/2005/8/layout/chevron1"/>
    <dgm:cxn modelId="{ED112A92-B3FC-42BA-BB91-66BF69BB648A}" srcId="{74926388-AA5A-43DD-9904-283AAB7A1795}" destId="{345B82C6-C3A8-4455-AED9-406B0A726BDB}" srcOrd="8" destOrd="0" parTransId="{FB436EFA-28C6-4484-84C5-98F7C4DD8311}" sibTransId="{CF412F56-9576-4BD5-88F3-A100EE1B4921}"/>
    <dgm:cxn modelId="{ECA269A4-366C-4940-BDD7-090175F407BA}" type="presOf" srcId="{7AED458D-7FBE-40FE-8C2C-152BFD461E76}" destId="{7DF2B565-0A8E-441A-BF4A-09FFA3B777CF}" srcOrd="0" destOrd="0" presId="urn:microsoft.com/office/officeart/2005/8/layout/chevron1"/>
    <dgm:cxn modelId="{C5C302AE-89D4-4B83-8FCC-6BD0556F1A37}" srcId="{74926388-AA5A-43DD-9904-283AAB7A1795}" destId="{9EDCE437-17EB-4F5C-A323-BC9655A35084}" srcOrd="7" destOrd="0" parTransId="{F60AB43F-3700-4A05-8E43-4EFE5A981B68}" sibTransId="{22F81C37-33D0-4522-84F0-D0293A3295ED}"/>
    <dgm:cxn modelId="{AC0D79BD-51AA-497C-BAA2-9F454E28E3F1}" srcId="{74926388-AA5A-43DD-9904-283AAB7A1795}" destId="{5E4EE46D-E710-48B4-A012-61A810D326C5}" srcOrd="0" destOrd="0" parTransId="{D6E90C6E-184A-45DF-B0AF-C3560A97651B}" sibTransId="{637C1F3D-AD5B-474E-90B2-C138DBE65A7F}"/>
    <dgm:cxn modelId="{5FC3E5C4-F3E0-4CA0-A4E1-C95D9FE07F9B}" srcId="{74926388-AA5A-43DD-9904-283AAB7A1795}" destId="{9F995C28-A183-4214-A84F-B1C9250840F4}" srcOrd="2" destOrd="0" parTransId="{CDF14534-CA9F-4E29-A27E-316AA69D79A7}" sibTransId="{CBC28811-E029-47F2-B13E-0D01A81D0CD5}"/>
    <dgm:cxn modelId="{B5AC47F1-BA1F-4145-B7BB-8FDE7096B05B}" srcId="{74926388-AA5A-43DD-9904-283AAB7A1795}" destId="{645A83FE-D5F5-431D-A91C-20B6BEBFD24C}" srcOrd="3" destOrd="0" parTransId="{AB383FA7-9D4C-4DE7-9E50-983F7C34938E}" sibTransId="{1D85AB95-7B1B-4053-B747-720D8B88EFAD}"/>
    <dgm:cxn modelId="{C55ACEF4-7324-4D3D-AD2B-E6B58D8F138A}" type="presOf" srcId="{9F995C28-A183-4214-A84F-B1C9250840F4}" destId="{D60B580D-8CF1-49D4-B936-37A5041F6C2F}" srcOrd="0" destOrd="0" presId="urn:microsoft.com/office/officeart/2005/8/layout/chevron1"/>
    <dgm:cxn modelId="{0129FFF6-755B-4D0A-B341-0A26DCD61CE0}" type="presOf" srcId="{9EDCE437-17EB-4F5C-A323-BC9655A35084}" destId="{BDEA618B-943D-4906-B828-E84017726872}" srcOrd="0" destOrd="0" presId="urn:microsoft.com/office/officeart/2005/8/layout/chevron1"/>
    <dgm:cxn modelId="{9A7D22F9-63A9-4F72-8E42-06EEA53DD09E}" type="presOf" srcId="{5E4EE46D-E710-48B4-A012-61A810D326C5}" destId="{3319C834-8582-432B-B32B-AE320A7286E9}" srcOrd="0" destOrd="0" presId="urn:microsoft.com/office/officeart/2005/8/layout/chevron1"/>
    <dgm:cxn modelId="{AE4EEEF9-0EDA-4882-9B34-FF635F1EE957}" type="presOf" srcId="{645A83FE-D5F5-431D-A91C-20B6BEBFD24C}" destId="{5B7CCF94-BFA4-4CDA-9E06-30CE5A77BB15}" srcOrd="0" destOrd="0" presId="urn:microsoft.com/office/officeart/2005/8/layout/chevron1"/>
    <dgm:cxn modelId="{3408A151-E5B5-494C-BD0C-B47123B433E2}" type="presParOf" srcId="{EA778BBF-754E-4324-BFE2-D54C8434AA36}" destId="{3319C834-8582-432B-B32B-AE320A7286E9}" srcOrd="0" destOrd="0" presId="urn:microsoft.com/office/officeart/2005/8/layout/chevron1"/>
    <dgm:cxn modelId="{0E0DBDE7-3219-42ED-B98B-FC1EEF8CD150}" type="presParOf" srcId="{EA778BBF-754E-4324-BFE2-D54C8434AA36}" destId="{B2C4C985-AEA8-4EB7-8609-E2EFABDFE5A6}" srcOrd="1" destOrd="0" presId="urn:microsoft.com/office/officeart/2005/8/layout/chevron1"/>
    <dgm:cxn modelId="{FC7D7C1F-6F0A-4234-89B9-5B992C9FB8AB}" type="presParOf" srcId="{EA778BBF-754E-4324-BFE2-D54C8434AA36}" destId="{873A084E-2B6A-429D-94BE-B8A2F93E59BD}" srcOrd="2" destOrd="0" presId="urn:microsoft.com/office/officeart/2005/8/layout/chevron1"/>
    <dgm:cxn modelId="{514EB7FF-BD07-42B7-95F4-DB9E2669F3B7}" type="presParOf" srcId="{EA778BBF-754E-4324-BFE2-D54C8434AA36}" destId="{7B7EA429-F6A6-46F2-BA26-C8720C994114}" srcOrd="3" destOrd="0" presId="urn:microsoft.com/office/officeart/2005/8/layout/chevron1"/>
    <dgm:cxn modelId="{7211FC26-2A31-4744-900F-1D1437C072A1}" type="presParOf" srcId="{EA778BBF-754E-4324-BFE2-D54C8434AA36}" destId="{D60B580D-8CF1-49D4-B936-37A5041F6C2F}" srcOrd="4" destOrd="0" presId="urn:microsoft.com/office/officeart/2005/8/layout/chevron1"/>
    <dgm:cxn modelId="{03137736-8BF4-4303-ABCC-4EABE193A041}" type="presParOf" srcId="{EA778BBF-754E-4324-BFE2-D54C8434AA36}" destId="{56DE67C1-12AC-4537-B091-DD3CA434F618}" srcOrd="5" destOrd="0" presId="urn:microsoft.com/office/officeart/2005/8/layout/chevron1"/>
    <dgm:cxn modelId="{E7864C6F-FE54-4EAE-AC0F-496D44865B37}" type="presParOf" srcId="{EA778BBF-754E-4324-BFE2-D54C8434AA36}" destId="{5B7CCF94-BFA4-4CDA-9E06-30CE5A77BB15}" srcOrd="6" destOrd="0" presId="urn:microsoft.com/office/officeart/2005/8/layout/chevron1"/>
    <dgm:cxn modelId="{39CF67D0-BF5E-4C0D-8CBE-3303E6118605}" type="presParOf" srcId="{EA778BBF-754E-4324-BFE2-D54C8434AA36}" destId="{7EA8DAA0-B55D-43E6-9C4C-83828E6BFB9E}" srcOrd="7" destOrd="0" presId="urn:microsoft.com/office/officeart/2005/8/layout/chevron1"/>
    <dgm:cxn modelId="{C7493D19-1C8F-42C3-A7AC-B0E09D30C232}" type="presParOf" srcId="{EA778BBF-754E-4324-BFE2-D54C8434AA36}" destId="{7DF2B565-0A8E-441A-BF4A-09FFA3B777CF}" srcOrd="8" destOrd="0" presId="urn:microsoft.com/office/officeart/2005/8/layout/chevron1"/>
    <dgm:cxn modelId="{1E3D16A2-59A2-42E3-967B-DBF1C8801318}" type="presParOf" srcId="{EA778BBF-754E-4324-BFE2-D54C8434AA36}" destId="{AA99DE5C-DA84-4517-856A-A8B4671DBC49}" srcOrd="9" destOrd="0" presId="urn:microsoft.com/office/officeart/2005/8/layout/chevron1"/>
    <dgm:cxn modelId="{648D8400-7C0F-4D81-B503-37FB27ECD932}" type="presParOf" srcId="{EA778BBF-754E-4324-BFE2-D54C8434AA36}" destId="{B8574698-9433-420B-B19B-F4E8633AA23B}" srcOrd="10" destOrd="0" presId="urn:microsoft.com/office/officeart/2005/8/layout/chevron1"/>
    <dgm:cxn modelId="{74F48D37-8BC1-46AA-941B-15865813CA46}" type="presParOf" srcId="{EA778BBF-754E-4324-BFE2-D54C8434AA36}" destId="{3CE66576-19CB-46E4-A098-35B9A47A0E08}" srcOrd="11" destOrd="0" presId="urn:microsoft.com/office/officeart/2005/8/layout/chevron1"/>
    <dgm:cxn modelId="{AED8826A-3E5F-4A49-BC2D-4B5AD27B9B34}" type="presParOf" srcId="{EA778BBF-754E-4324-BFE2-D54C8434AA36}" destId="{3DA55AF3-A82A-467D-96D8-9100C08F33A4}" srcOrd="12" destOrd="0" presId="urn:microsoft.com/office/officeart/2005/8/layout/chevron1"/>
    <dgm:cxn modelId="{99F718C6-647C-4668-AC2F-F0DDECB2A6D2}" type="presParOf" srcId="{EA778BBF-754E-4324-BFE2-D54C8434AA36}" destId="{44DDEBAB-4643-4DE8-9CB8-C0167936A168}" srcOrd="13" destOrd="0" presId="urn:microsoft.com/office/officeart/2005/8/layout/chevron1"/>
    <dgm:cxn modelId="{C4DBF534-26BE-462B-97B0-4D9537B3373F}" type="presParOf" srcId="{EA778BBF-754E-4324-BFE2-D54C8434AA36}" destId="{BDEA618B-943D-4906-B828-E84017726872}" srcOrd="14" destOrd="0" presId="urn:microsoft.com/office/officeart/2005/8/layout/chevron1"/>
    <dgm:cxn modelId="{9C961DDC-5919-42D5-B2F9-B95FB0E023EB}" type="presParOf" srcId="{EA778BBF-754E-4324-BFE2-D54C8434AA36}" destId="{89E72D3C-E346-44DB-96F5-3228295216EB}" srcOrd="15" destOrd="0" presId="urn:microsoft.com/office/officeart/2005/8/layout/chevron1"/>
    <dgm:cxn modelId="{796107A6-1F48-4C3E-AC68-63BC14671190}" type="presParOf" srcId="{EA778BBF-754E-4324-BFE2-D54C8434AA36}" destId="{1C03E8E1-5A22-4F31-9843-0BF10B12B0A0}" srcOrd="16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74926388-AA5A-43DD-9904-283AAB7A1795}" type="doc">
      <dgm:prSet loTypeId="urn:microsoft.com/office/officeart/2005/8/layout/chevron1" loCatId="process" qsTypeId="urn:microsoft.com/office/officeart/2005/8/quickstyle/simple1" qsCatId="simple" csTypeId="urn:microsoft.com/office/officeart/2005/8/colors/accent1_2" csCatId="accent1" phldr="1"/>
      <dgm:spPr/>
    </dgm:pt>
    <dgm:pt modelId="{5E4EE46D-E710-48B4-A012-61A810D326C5}">
      <dgm:prSet phldrT="[Text]"/>
      <dgm:spPr>
        <a:solidFill>
          <a:schemeClr val="bg1">
            <a:lumMod val="85000"/>
          </a:schemeClr>
        </a:solidFill>
      </dgm:spPr>
      <dgm:t>
        <a:bodyPr/>
        <a:lstStyle/>
        <a:p>
          <a:r>
            <a:rPr lang="en-AU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Project Background &amp; Problem Statement</a:t>
          </a:r>
        </a:p>
      </dgm:t>
    </dgm:pt>
    <dgm:pt modelId="{D6E90C6E-184A-45DF-B0AF-C3560A97651B}" type="parTrans" cxnId="{AC0D79BD-51AA-497C-BAA2-9F454E28E3F1}">
      <dgm:prSet/>
      <dgm:spPr/>
      <dgm:t>
        <a:bodyPr/>
        <a:lstStyle/>
        <a:p>
          <a:endParaRPr lang="en-AU"/>
        </a:p>
      </dgm:t>
    </dgm:pt>
    <dgm:pt modelId="{637C1F3D-AD5B-474E-90B2-C138DBE65A7F}" type="sibTrans" cxnId="{AC0D79BD-51AA-497C-BAA2-9F454E28E3F1}">
      <dgm:prSet/>
      <dgm:spPr/>
      <dgm:t>
        <a:bodyPr/>
        <a:lstStyle/>
        <a:p>
          <a:endParaRPr lang="en-AU"/>
        </a:p>
      </dgm:t>
    </dgm:pt>
    <dgm:pt modelId="{2BB1ADB2-5444-478E-A523-EE104BB6D7A5}">
      <dgm:prSet phldrT="[Text]"/>
      <dgm:spPr>
        <a:solidFill>
          <a:schemeClr val="bg1">
            <a:lumMod val="85000"/>
          </a:schemeClr>
        </a:solidFill>
        <a:ln>
          <a:solidFill>
            <a:schemeClr val="bg1"/>
          </a:solidFill>
        </a:ln>
      </dgm:spPr>
      <dgm:t>
        <a:bodyPr/>
        <a:lstStyle/>
        <a:p>
          <a:r>
            <a:rPr lang="en-AU" b="0" noProof="0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Methodology &amp; Approach</a:t>
          </a:r>
          <a:endParaRPr lang="en-AU" b="0" dirty="0">
            <a:solidFill>
              <a:schemeClr val="tx1">
                <a:lumMod val="50000"/>
                <a:lumOff val="50000"/>
              </a:schemeClr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4826607E-FB1B-417D-BBFC-695A5831E6A6}" type="parTrans" cxnId="{B7D57F10-CB86-415F-A524-D62297A7E3E9}">
      <dgm:prSet/>
      <dgm:spPr/>
      <dgm:t>
        <a:bodyPr/>
        <a:lstStyle/>
        <a:p>
          <a:endParaRPr lang="en-AU"/>
        </a:p>
      </dgm:t>
    </dgm:pt>
    <dgm:pt modelId="{ED2E3B63-A5C1-4D90-9E1A-44C52AB6E09D}" type="sibTrans" cxnId="{B7D57F10-CB86-415F-A524-D62297A7E3E9}">
      <dgm:prSet/>
      <dgm:spPr/>
      <dgm:t>
        <a:bodyPr/>
        <a:lstStyle/>
        <a:p>
          <a:endParaRPr lang="en-AU"/>
        </a:p>
      </dgm:t>
    </dgm:pt>
    <dgm:pt modelId="{9F995C28-A183-4214-A84F-B1C9250840F4}">
      <dgm:prSet phldrT="[Text]"/>
      <dgm:spPr>
        <a:solidFill>
          <a:schemeClr val="bg1">
            <a:lumMod val="85000"/>
          </a:schemeClr>
        </a:solidFill>
        <a:ln>
          <a:solidFill>
            <a:schemeClr val="bg1"/>
          </a:solidFill>
        </a:ln>
      </dgm:spPr>
      <dgm:t>
        <a:bodyPr/>
        <a:lstStyle/>
        <a:p>
          <a:r>
            <a:rPr lang="en-AU" b="0" noProof="0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Justification of Techniques</a:t>
          </a:r>
          <a:endParaRPr lang="en-AU" b="0" dirty="0">
            <a:solidFill>
              <a:schemeClr val="tx1">
                <a:lumMod val="50000"/>
                <a:lumOff val="50000"/>
              </a:schemeClr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CDF14534-CA9F-4E29-A27E-316AA69D79A7}" type="parTrans" cxnId="{5FC3E5C4-F3E0-4CA0-A4E1-C95D9FE07F9B}">
      <dgm:prSet/>
      <dgm:spPr/>
      <dgm:t>
        <a:bodyPr/>
        <a:lstStyle/>
        <a:p>
          <a:endParaRPr lang="en-AU"/>
        </a:p>
      </dgm:t>
    </dgm:pt>
    <dgm:pt modelId="{CBC28811-E029-47F2-B13E-0D01A81D0CD5}" type="sibTrans" cxnId="{5FC3E5C4-F3E0-4CA0-A4E1-C95D9FE07F9B}">
      <dgm:prSet/>
      <dgm:spPr/>
      <dgm:t>
        <a:bodyPr/>
        <a:lstStyle/>
        <a:p>
          <a:endParaRPr lang="en-AU"/>
        </a:p>
      </dgm:t>
    </dgm:pt>
    <dgm:pt modelId="{645A83FE-D5F5-431D-A91C-20B6BEBFD24C}">
      <dgm:prSet/>
      <dgm:spPr>
        <a:solidFill>
          <a:schemeClr val="bg1">
            <a:lumMod val="85000"/>
          </a:schemeClr>
        </a:solidFill>
        <a:ln>
          <a:solidFill>
            <a:schemeClr val="bg1"/>
          </a:solidFill>
        </a:ln>
      </dgm:spPr>
      <dgm:t>
        <a:bodyPr/>
        <a:lstStyle/>
        <a:p>
          <a:r>
            <a:rPr lang="en-AU" b="0" noProof="0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Architecture Consistency &amp; Design</a:t>
          </a:r>
          <a:endParaRPr lang="en-AU" b="0" dirty="0">
            <a:solidFill>
              <a:schemeClr val="tx1">
                <a:lumMod val="50000"/>
                <a:lumOff val="50000"/>
              </a:schemeClr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AB383FA7-9D4C-4DE7-9E50-983F7C34938E}" type="parTrans" cxnId="{B5AC47F1-BA1F-4145-B7BB-8FDE7096B05B}">
      <dgm:prSet/>
      <dgm:spPr/>
      <dgm:t>
        <a:bodyPr/>
        <a:lstStyle/>
        <a:p>
          <a:endParaRPr lang="en-AU"/>
        </a:p>
      </dgm:t>
    </dgm:pt>
    <dgm:pt modelId="{1D85AB95-7B1B-4053-B747-720D8B88EFAD}" type="sibTrans" cxnId="{B5AC47F1-BA1F-4145-B7BB-8FDE7096B05B}">
      <dgm:prSet/>
      <dgm:spPr/>
      <dgm:t>
        <a:bodyPr/>
        <a:lstStyle/>
        <a:p>
          <a:endParaRPr lang="en-AU"/>
        </a:p>
      </dgm:t>
    </dgm:pt>
    <dgm:pt modelId="{7AED458D-7FBE-40FE-8C2C-152BFD461E76}">
      <dgm:prSet/>
      <dgm:spPr>
        <a:solidFill>
          <a:schemeClr val="bg1">
            <a:lumMod val="85000"/>
          </a:schemeClr>
        </a:solidFill>
        <a:ln>
          <a:solidFill>
            <a:schemeClr val="bg1"/>
          </a:solidFill>
        </a:ln>
      </dgm:spPr>
      <dgm:t>
        <a:bodyPr/>
        <a:lstStyle/>
        <a:p>
          <a:r>
            <a:rPr lang="en-AU" b="0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Visual Walkthrough (Sample Dashboard)</a:t>
          </a:r>
        </a:p>
      </dgm:t>
    </dgm:pt>
    <dgm:pt modelId="{9A8ABC44-CDCA-4C9F-BBCB-7B522B7C7C61}" type="parTrans" cxnId="{99037112-182C-4BE3-AE76-D087FF09DEDC}">
      <dgm:prSet/>
      <dgm:spPr/>
      <dgm:t>
        <a:bodyPr/>
        <a:lstStyle/>
        <a:p>
          <a:endParaRPr lang="en-AU"/>
        </a:p>
      </dgm:t>
    </dgm:pt>
    <dgm:pt modelId="{18703457-32C9-4CF0-B6DC-64E421DCD496}" type="sibTrans" cxnId="{99037112-182C-4BE3-AE76-D087FF09DEDC}">
      <dgm:prSet/>
      <dgm:spPr/>
      <dgm:t>
        <a:bodyPr/>
        <a:lstStyle/>
        <a:p>
          <a:endParaRPr lang="en-AU"/>
        </a:p>
      </dgm:t>
    </dgm:pt>
    <dgm:pt modelId="{E3A44B3F-2511-4944-90F1-BD25C1F1B5F7}">
      <dgm:prSet/>
      <dgm:spPr>
        <a:solidFill>
          <a:schemeClr val="bg1">
            <a:lumMod val="85000"/>
          </a:schemeClr>
        </a:solidFill>
        <a:ln>
          <a:solidFill>
            <a:schemeClr val="bg1"/>
          </a:solidFill>
        </a:ln>
      </dgm:spPr>
      <dgm:t>
        <a:bodyPr/>
        <a:lstStyle/>
        <a:p>
          <a:r>
            <a:rPr lang="en-AU" b="0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Value Delivered to Secora</a:t>
          </a:r>
        </a:p>
      </dgm:t>
    </dgm:pt>
    <dgm:pt modelId="{6114E150-CB88-42BA-A7BC-688E29B96DCC}" type="parTrans" cxnId="{1C745C7B-7016-47AF-BC34-AE7297F30ADE}">
      <dgm:prSet/>
      <dgm:spPr/>
      <dgm:t>
        <a:bodyPr/>
        <a:lstStyle/>
        <a:p>
          <a:endParaRPr lang="en-AU"/>
        </a:p>
      </dgm:t>
    </dgm:pt>
    <dgm:pt modelId="{17554E49-4B88-4F62-9A64-2BE51DB30324}" type="sibTrans" cxnId="{1C745C7B-7016-47AF-BC34-AE7297F30ADE}">
      <dgm:prSet/>
      <dgm:spPr/>
      <dgm:t>
        <a:bodyPr/>
        <a:lstStyle/>
        <a:p>
          <a:endParaRPr lang="en-AU"/>
        </a:p>
      </dgm:t>
    </dgm:pt>
    <dgm:pt modelId="{56051EE8-BF4F-42D7-9282-2210D0B95DB2}">
      <dgm:prSet/>
      <dgm:spPr>
        <a:solidFill>
          <a:schemeClr val="bg1">
            <a:lumMod val="85000"/>
          </a:schemeClr>
        </a:solidFill>
        <a:ln>
          <a:solidFill>
            <a:schemeClr val="bg1"/>
          </a:solidFill>
        </a:ln>
      </dgm:spPr>
      <dgm:t>
        <a:bodyPr/>
        <a:lstStyle/>
        <a:p>
          <a:r>
            <a:rPr lang="en-AU" b="0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Validation &amp; Demo Feedback</a:t>
          </a:r>
        </a:p>
      </dgm:t>
    </dgm:pt>
    <dgm:pt modelId="{9E50DCD7-C46B-471F-8F10-411A1DE2B93A}" type="parTrans" cxnId="{69A11C48-42F7-4F01-B2E4-4139164D1030}">
      <dgm:prSet/>
      <dgm:spPr/>
      <dgm:t>
        <a:bodyPr/>
        <a:lstStyle/>
        <a:p>
          <a:endParaRPr lang="en-AU"/>
        </a:p>
      </dgm:t>
    </dgm:pt>
    <dgm:pt modelId="{8752361C-9E26-4912-AA86-57F06B4D07C0}" type="sibTrans" cxnId="{69A11C48-42F7-4F01-B2E4-4139164D1030}">
      <dgm:prSet/>
      <dgm:spPr/>
      <dgm:t>
        <a:bodyPr/>
        <a:lstStyle/>
        <a:p>
          <a:endParaRPr lang="en-AU"/>
        </a:p>
      </dgm:t>
    </dgm:pt>
    <dgm:pt modelId="{345B82C6-C3A8-4455-AED9-406B0A726BDB}">
      <dgm:prSet/>
      <dgm:spPr/>
      <dgm:t>
        <a:bodyPr/>
        <a:lstStyle/>
        <a:p>
          <a:r>
            <a:rPr lang="en-AU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Reflection &amp; Learning</a:t>
          </a:r>
        </a:p>
      </dgm:t>
    </dgm:pt>
    <dgm:pt modelId="{FB436EFA-28C6-4484-84C5-98F7C4DD8311}" type="parTrans" cxnId="{ED112A92-B3FC-42BA-BB91-66BF69BB648A}">
      <dgm:prSet/>
      <dgm:spPr/>
      <dgm:t>
        <a:bodyPr/>
        <a:lstStyle/>
        <a:p>
          <a:endParaRPr lang="en-AU"/>
        </a:p>
      </dgm:t>
    </dgm:pt>
    <dgm:pt modelId="{CF412F56-9576-4BD5-88F3-A100EE1B4921}" type="sibTrans" cxnId="{ED112A92-B3FC-42BA-BB91-66BF69BB648A}">
      <dgm:prSet/>
      <dgm:spPr/>
      <dgm:t>
        <a:bodyPr/>
        <a:lstStyle/>
        <a:p>
          <a:endParaRPr lang="en-AU"/>
        </a:p>
      </dgm:t>
    </dgm:pt>
    <dgm:pt modelId="{3FCE90AA-7B78-4BDD-AB2F-536AB4ED1BFE}">
      <dgm:prSet/>
      <dgm:spPr>
        <a:ln>
          <a:solidFill>
            <a:srgbClr val="FF0000"/>
          </a:solidFill>
        </a:ln>
      </dgm:spPr>
      <dgm:t>
        <a:bodyPr/>
        <a:lstStyle/>
        <a:p>
          <a:r>
            <a:rPr lang="en-AU" b="1" dirty="0">
              <a:solidFill>
                <a:srgbClr val="FFC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Challenges &amp; Resolutions</a:t>
          </a:r>
        </a:p>
      </dgm:t>
    </dgm:pt>
    <dgm:pt modelId="{C78221D6-12ED-42DC-A355-A358CB5BDDE0}" type="parTrans" cxnId="{22D74AE6-01D4-4D3E-99FE-ABDD588E4B61}">
      <dgm:prSet/>
      <dgm:spPr/>
      <dgm:t>
        <a:bodyPr/>
        <a:lstStyle/>
        <a:p>
          <a:endParaRPr lang="en-AU"/>
        </a:p>
      </dgm:t>
    </dgm:pt>
    <dgm:pt modelId="{F37BDF86-6FAB-43BB-B97D-7A9CCF9C8B19}" type="sibTrans" cxnId="{22D74AE6-01D4-4D3E-99FE-ABDD588E4B61}">
      <dgm:prSet/>
      <dgm:spPr/>
      <dgm:t>
        <a:bodyPr/>
        <a:lstStyle/>
        <a:p>
          <a:endParaRPr lang="en-AU"/>
        </a:p>
      </dgm:t>
    </dgm:pt>
    <dgm:pt modelId="{EA778BBF-754E-4324-BFE2-D54C8434AA36}" type="pres">
      <dgm:prSet presAssocID="{74926388-AA5A-43DD-9904-283AAB7A1795}" presName="Name0" presStyleCnt="0">
        <dgm:presLayoutVars>
          <dgm:dir/>
          <dgm:animLvl val="lvl"/>
          <dgm:resizeHandles val="exact"/>
        </dgm:presLayoutVars>
      </dgm:prSet>
      <dgm:spPr/>
    </dgm:pt>
    <dgm:pt modelId="{3319C834-8582-432B-B32B-AE320A7286E9}" type="pres">
      <dgm:prSet presAssocID="{5E4EE46D-E710-48B4-A012-61A810D326C5}" presName="parTxOnly" presStyleLbl="node1" presStyleIdx="0" presStyleCnt="9">
        <dgm:presLayoutVars>
          <dgm:chMax val="0"/>
          <dgm:chPref val="0"/>
          <dgm:bulletEnabled val="1"/>
        </dgm:presLayoutVars>
      </dgm:prSet>
      <dgm:spPr/>
    </dgm:pt>
    <dgm:pt modelId="{B2C4C985-AEA8-4EB7-8609-E2EFABDFE5A6}" type="pres">
      <dgm:prSet presAssocID="{637C1F3D-AD5B-474E-90B2-C138DBE65A7F}" presName="parTxOnlySpace" presStyleCnt="0"/>
      <dgm:spPr/>
    </dgm:pt>
    <dgm:pt modelId="{873A084E-2B6A-429D-94BE-B8A2F93E59BD}" type="pres">
      <dgm:prSet presAssocID="{2BB1ADB2-5444-478E-A523-EE104BB6D7A5}" presName="parTxOnly" presStyleLbl="node1" presStyleIdx="1" presStyleCnt="9">
        <dgm:presLayoutVars>
          <dgm:chMax val="0"/>
          <dgm:chPref val="0"/>
          <dgm:bulletEnabled val="1"/>
        </dgm:presLayoutVars>
      </dgm:prSet>
      <dgm:spPr/>
    </dgm:pt>
    <dgm:pt modelId="{7B7EA429-F6A6-46F2-BA26-C8720C994114}" type="pres">
      <dgm:prSet presAssocID="{ED2E3B63-A5C1-4D90-9E1A-44C52AB6E09D}" presName="parTxOnlySpace" presStyleCnt="0"/>
      <dgm:spPr/>
    </dgm:pt>
    <dgm:pt modelId="{D60B580D-8CF1-49D4-B936-37A5041F6C2F}" type="pres">
      <dgm:prSet presAssocID="{9F995C28-A183-4214-A84F-B1C9250840F4}" presName="parTxOnly" presStyleLbl="node1" presStyleIdx="2" presStyleCnt="9">
        <dgm:presLayoutVars>
          <dgm:chMax val="0"/>
          <dgm:chPref val="0"/>
          <dgm:bulletEnabled val="1"/>
        </dgm:presLayoutVars>
      </dgm:prSet>
      <dgm:spPr/>
    </dgm:pt>
    <dgm:pt modelId="{56DE67C1-12AC-4537-B091-DD3CA434F618}" type="pres">
      <dgm:prSet presAssocID="{CBC28811-E029-47F2-B13E-0D01A81D0CD5}" presName="parTxOnlySpace" presStyleCnt="0"/>
      <dgm:spPr/>
    </dgm:pt>
    <dgm:pt modelId="{5B7CCF94-BFA4-4CDA-9E06-30CE5A77BB15}" type="pres">
      <dgm:prSet presAssocID="{645A83FE-D5F5-431D-A91C-20B6BEBFD24C}" presName="parTxOnly" presStyleLbl="node1" presStyleIdx="3" presStyleCnt="9">
        <dgm:presLayoutVars>
          <dgm:chMax val="0"/>
          <dgm:chPref val="0"/>
          <dgm:bulletEnabled val="1"/>
        </dgm:presLayoutVars>
      </dgm:prSet>
      <dgm:spPr/>
    </dgm:pt>
    <dgm:pt modelId="{7EA8DAA0-B55D-43E6-9C4C-83828E6BFB9E}" type="pres">
      <dgm:prSet presAssocID="{1D85AB95-7B1B-4053-B747-720D8B88EFAD}" presName="parTxOnlySpace" presStyleCnt="0"/>
      <dgm:spPr/>
    </dgm:pt>
    <dgm:pt modelId="{7DF2B565-0A8E-441A-BF4A-09FFA3B777CF}" type="pres">
      <dgm:prSet presAssocID="{7AED458D-7FBE-40FE-8C2C-152BFD461E76}" presName="parTxOnly" presStyleLbl="node1" presStyleIdx="4" presStyleCnt="9">
        <dgm:presLayoutVars>
          <dgm:chMax val="0"/>
          <dgm:chPref val="0"/>
          <dgm:bulletEnabled val="1"/>
        </dgm:presLayoutVars>
      </dgm:prSet>
      <dgm:spPr/>
    </dgm:pt>
    <dgm:pt modelId="{AA99DE5C-DA84-4517-856A-A8B4671DBC49}" type="pres">
      <dgm:prSet presAssocID="{18703457-32C9-4CF0-B6DC-64E421DCD496}" presName="parTxOnlySpace" presStyleCnt="0"/>
      <dgm:spPr/>
    </dgm:pt>
    <dgm:pt modelId="{B8574698-9433-420B-B19B-F4E8633AA23B}" type="pres">
      <dgm:prSet presAssocID="{56051EE8-BF4F-42D7-9282-2210D0B95DB2}" presName="parTxOnly" presStyleLbl="node1" presStyleIdx="5" presStyleCnt="9">
        <dgm:presLayoutVars>
          <dgm:chMax val="0"/>
          <dgm:chPref val="0"/>
          <dgm:bulletEnabled val="1"/>
        </dgm:presLayoutVars>
      </dgm:prSet>
      <dgm:spPr/>
    </dgm:pt>
    <dgm:pt modelId="{3CE66576-19CB-46E4-A098-35B9A47A0E08}" type="pres">
      <dgm:prSet presAssocID="{8752361C-9E26-4912-AA86-57F06B4D07C0}" presName="parTxOnlySpace" presStyleCnt="0"/>
      <dgm:spPr/>
    </dgm:pt>
    <dgm:pt modelId="{3DA55AF3-A82A-467D-96D8-9100C08F33A4}" type="pres">
      <dgm:prSet presAssocID="{E3A44B3F-2511-4944-90F1-BD25C1F1B5F7}" presName="parTxOnly" presStyleLbl="node1" presStyleIdx="6" presStyleCnt="9">
        <dgm:presLayoutVars>
          <dgm:chMax val="0"/>
          <dgm:chPref val="0"/>
          <dgm:bulletEnabled val="1"/>
        </dgm:presLayoutVars>
      </dgm:prSet>
      <dgm:spPr/>
    </dgm:pt>
    <dgm:pt modelId="{44DDEBAB-4643-4DE8-9CB8-C0167936A168}" type="pres">
      <dgm:prSet presAssocID="{17554E49-4B88-4F62-9A64-2BE51DB30324}" presName="parTxOnlySpace" presStyleCnt="0"/>
      <dgm:spPr/>
    </dgm:pt>
    <dgm:pt modelId="{FC35096E-F26F-427A-8919-F8867DF23A0D}" type="pres">
      <dgm:prSet presAssocID="{3FCE90AA-7B78-4BDD-AB2F-536AB4ED1BFE}" presName="parTxOnly" presStyleLbl="node1" presStyleIdx="7" presStyleCnt="9">
        <dgm:presLayoutVars>
          <dgm:chMax val="0"/>
          <dgm:chPref val="0"/>
          <dgm:bulletEnabled val="1"/>
        </dgm:presLayoutVars>
      </dgm:prSet>
      <dgm:spPr/>
    </dgm:pt>
    <dgm:pt modelId="{8444F144-E745-46BB-A41C-D40A41A98020}" type="pres">
      <dgm:prSet presAssocID="{F37BDF86-6FAB-43BB-B97D-7A9CCF9C8B19}" presName="parTxOnlySpace" presStyleCnt="0"/>
      <dgm:spPr/>
    </dgm:pt>
    <dgm:pt modelId="{1C03E8E1-5A22-4F31-9843-0BF10B12B0A0}" type="pres">
      <dgm:prSet presAssocID="{345B82C6-C3A8-4455-AED9-406B0A726BDB}" presName="parTxOnly" presStyleLbl="node1" presStyleIdx="8" presStyleCnt="9">
        <dgm:presLayoutVars>
          <dgm:chMax val="0"/>
          <dgm:chPref val="0"/>
          <dgm:bulletEnabled val="1"/>
        </dgm:presLayoutVars>
      </dgm:prSet>
      <dgm:spPr/>
    </dgm:pt>
  </dgm:ptLst>
  <dgm:cxnLst>
    <dgm:cxn modelId="{B7D57F10-CB86-415F-A524-D62297A7E3E9}" srcId="{74926388-AA5A-43DD-9904-283AAB7A1795}" destId="{2BB1ADB2-5444-478E-A523-EE104BB6D7A5}" srcOrd="1" destOrd="0" parTransId="{4826607E-FB1B-417D-BBFC-695A5831E6A6}" sibTransId="{ED2E3B63-A5C1-4D90-9E1A-44C52AB6E09D}"/>
    <dgm:cxn modelId="{99037112-182C-4BE3-AE76-D087FF09DEDC}" srcId="{74926388-AA5A-43DD-9904-283AAB7A1795}" destId="{7AED458D-7FBE-40FE-8C2C-152BFD461E76}" srcOrd="4" destOrd="0" parTransId="{9A8ABC44-CDCA-4C9F-BBCB-7B522B7C7C61}" sibTransId="{18703457-32C9-4CF0-B6DC-64E421DCD496}"/>
    <dgm:cxn modelId="{6C6C3D1C-B21C-4561-8735-F1C608A0C0F5}" type="presOf" srcId="{3FCE90AA-7B78-4BDD-AB2F-536AB4ED1BFE}" destId="{FC35096E-F26F-427A-8919-F8867DF23A0D}" srcOrd="0" destOrd="0" presId="urn:microsoft.com/office/officeart/2005/8/layout/chevron1"/>
    <dgm:cxn modelId="{8BD8052D-0397-46BE-A70C-DF13C616E5E0}" type="presOf" srcId="{345B82C6-C3A8-4455-AED9-406B0A726BDB}" destId="{1C03E8E1-5A22-4F31-9843-0BF10B12B0A0}" srcOrd="0" destOrd="0" presId="urn:microsoft.com/office/officeart/2005/8/layout/chevron1"/>
    <dgm:cxn modelId="{304C4435-545B-412D-B725-20726FCF9590}" type="presOf" srcId="{56051EE8-BF4F-42D7-9282-2210D0B95DB2}" destId="{B8574698-9433-420B-B19B-F4E8633AA23B}" srcOrd="0" destOrd="0" presId="urn:microsoft.com/office/officeart/2005/8/layout/chevron1"/>
    <dgm:cxn modelId="{C838F73C-83C7-441D-AAD9-D6CC94D964B4}" type="presOf" srcId="{7AED458D-7FBE-40FE-8C2C-152BFD461E76}" destId="{7DF2B565-0A8E-441A-BF4A-09FFA3B777CF}" srcOrd="0" destOrd="0" presId="urn:microsoft.com/office/officeart/2005/8/layout/chevron1"/>
    <dgm:cxn modelId="{C4B67840-B43C-4396-9B18-F19AB04743E8}" type="presOf" srcId="{5E4EE46D-E710-48B4-A012-61A810D326C5}" destId="{3319C834-8582-432B-B32B-AE320A7286E9}" srcOrd="0" destOrd="0" presId="urn:microsoft.com/office/officeart/2005/8/layout/chevron1"/>
    <dgm:cxn modelId="{69A11C48-42F7-4F01-B2E4-4139164D1030}" srcId="{74926388-AA5A-43DD-9904-283AAB7A1795}" destId="{56051EE8-BF4F-42D7-9282-2210D0B95DB2}" srcOrd="5" destOrd="0" parTransId="{9E50DCD7-C46B-471F-8F10-411A1DE2B93A}" sibTransId="{8752361C-9E26-4912-AA86-57F06B4D07C0}"/>
    <dgm:cxn modelId="{D85DAA50-6D87-409F-B752-CDB487DB0E61}" type="presOf" srcId="{E3A44B3F-2511-4944-90F1-BD25C1F1B5F7}" destId="{3DA55AF3-A82A-467D-96D8-9100C08F33A4}" srcOrd="0" destOrd="0" presId="urn:microsoft.com/office/officeart/2005/8/layout/chevron1"/>
    <dgm:cxn modelId="{9C11AB79-23E5-4942-A9DA-8FBBE419F340}" type="presOf" srcId="{2BB1ADB2-5444-478E-A523-EE104BB6D7A5}" destId="{873A084E-2B6A-429D-94BE-B8A2F93E59BD}" srcOrd="0" destOrd="0" presId="urn:microsoft.com/office/officeart/2005/8/layout/chevron1"/>
    <dgm:cxn modelId="{7ADCAB59-4B58-44C2-959D-96A09B364AA2}" type="presOf" srcId="{74926388-AA5A-43DD-9904-283AAB7A1795}" destId="{EA778BBF-754E-4324-BFE2-D54C8434AA36}" srcOrd="0" destOrd="0" presId="urn:microsoft.com/office/officeart/2005/8/layout/chevron1"/>
    <dgm:cxn modelId="{1C745C7B-7016-47AF-BC34-AE7297F30ADE}" srcId="{74926388-AA5A-43DD-9904-283AAB7A1795}" destId="{E3A44B3F-2511-4944-90F1-BD25C1F1B5F7}" srcOrd="6" destOrd="0" parTransId="{6114E150-CB88-42BA-A7BC-688E29B96DCC}" sibTransId="{17554E49-4B88-4F62-9A64-2BE51DB30324}"/>
    <dgm:cxn modelId="{ED112A92-B3FC-42BA-BB91-66BF69BB648A}" srcId="{74926388-AA5A-43DD-9904-283AAB7A1795}" destId="{345B82C6-C3A8-4455-AED9-406B0A726BDB}" srcOrd="8" destOrd="0" parTransId="{FB436EFA-28C6-4484-84C5-98F7C4DD8311}" sibTransId="{CF412F56-9576-4BD5-88F3-A100EE1B4921}"/>
    <dgm:cxn modelId="{4BE3319A-AC1F-4DB3-9B93-106E106B9045}" type="presOf" srcId="{645A83FE-D5F5-431D-A91C-20B6BEBFD24C}" destId="{5B7CCF94-BFA4-4CDA-9E06-30CE5A77BB15}" srcOrd="0" destOrd="0" presId="urn:microsoft.com/office/officeart/2005/8/layout/chevron1"/>
    <dgm:cxn modelId="{AC0D79BD-51AA-497C-BAA2-9F454E28E3F1}" srcId="{74926388-AA5A-43DD-9904-283AAB7A1795}" destId="{5E4EE46D-E710-48B4-A012-61A810D326C5}" srcOrd="0" destOrd="0" parTransId="{D6E90C6E-184A-45DF-B0AF-C3560A97651B}" sibTransId="{637C1F3D-AD5B-474E-90B2-C138DBE65A7F}"/>
    <dgm:cxn modelId="{5FC3E5C4-F3E0-4CA0-A4E1-C95D9FE07F9B}" srcId="{74926388-AA5A-43DD-9904-283AAB7A1795}" destId="{9F995C28-A183-4214-A84F-B1C9250840F4}" srcOrd="2" destOrd="0" parTransId="{CDF14534-CA9F-4E29-A27E-316AA69D79A7}" sibTransId="{CBC28811-E029-47F2-B13E-0D01A81D0CD5}"/>
    <dgm:cxn modelId="{22D74AE6-01D4-4D3E-99FE-ABDD588E4B61}" srcId="{74926388-AA5A-43DD-9904-283AAB7A1795}" destId="{3FCE90AA-7B78-4BDD-AB2F-536AB4ED1BFE}" srcOrd="7" destOrd="0" parTransId="{C78221D6-12ED-42DC-A355-A358CB5BDDE0}" sibTransId="{F37BDF86-6FAB-43BB-B97D-7A9CCF9C8B19}"/>
    <dgm:cxn modelId="{C2FC48EE-3E80-4BBC-849B-08E47C8C5A6E}" type="presOf" srcId="{9F995C28-A183-4214-A84F-B1C9250840F4}" destId="{D60B580D-8CF1-49D4-B936-37A5041F6C2F}" srcOrd="0" destOrd="0" presId="urn:microsoft.com/office/officeart/2005/8/layout/chevron1"/>
    <dgm:cxn modelId="{B5AC47F1-BA1F-4145-B7BB-8FDE7096B05B}" srcId="{74926388-AA5A-43DD-9904-283AAB7A1795}" destId="{645A83FE-D5F5-431D-A91C-20B6BEBFD24C}" srcOrd="3" destOrd="0" parTransId="{AB383FA7-9D4C-4DE7-9E50-983F7C34938E}" sibTransId="{1D85AB95-7B1B-4053-B747-720D8B88EFAD}"/>
    <dgm:cxn modelId="{1DE2CC7F-FFA2-4558-A1C8-77B2E3A2154A}" type="presParOf" srcId="{EA778BBF-754E-4324-BFE2-D54C8434AA36}" destId="{3319C834-8582-432B-B32B-AE320A7286E9}" srcOrd="0" destOrd="0" presId="urn:microsoft.com/office/officeart/2005/8/layout/chevron1"/>
    <dgm:cxn modelId="{C21DF27B-75C5-4051-92B2-9B8DD8CC7EE2}" type="presParOf" srcId="{EA778BBF-754E-4324-BFE2-D54C8434AA36}" destId="{B2C4C985-AEA8-4EB7-8609-E2EFABDFE5A6}" srcOrd="1" destOrd="0" presId="urn:microsoft.com/office/officeart/2005/8/layout/chevron1"/>
    <dgm:cxn modelId="{4B4F9F4C-8059-4597-8F56-0EF8A76CF544}" type="presParOf" srcId="{EA778BBF-754E-4324-BFE2-D54C8434AA36}" destId="{873A084E-2B6A-429D-94BE-B8A2F93E59BD}" srcOrd="2" destOrd="0" presId="urn:microsoft.com/office/officeart/2005/8/layout/chevron1"/>
    <dgm:cxn modelId="{A55F8F0C-398C-4D9B-BA4C-791FC1D62354}" type="presParOf" srcId="{EA778BBF-754E-4324-BFE2-D54C8434AA36}" destId="{7B7EA429-F6A6-46F2-BA26-C8720C994114}" srcOrd="3" destOrd="0" presId="urn:microsoft.com/office/officeart/2005/8/layout/chevron1"/>
    <dgm:cxn modelId="{2B35CA01-4612-4E28-A6AC-C13DE94DAE6D}" type="presParOf" srcId="{EA778BBF-754E-4324-BFE2-D54C8434AA36}" destId="{D60B580D-8CF1-49D4-B936-37A5041F6C2F}" srcOrd="4" destOrd="0" presId="urn:microsoft.com/office/officeart/2005/8/layout/chevron1"/>
    <dgm:cxn modelId="{4C90CC4A-5192-49AC-BD1D-0B664A360D52}" type="presParOf" srcId="{EA778BBF-754E-4324-BFE2-D54C8434AA36}" destId="{56DE67C1-12AC-4537-B091-DD3CA434F618}" srcOrd="5" destOrd="0" presId="urn:microsoft.com/office/officeart/2005/8/layout/chevron1"/>
    <dgm:cxn modelId="{585F3206-C8AA-42FB-B8E4-64530B889D41}" type="presParOf" srcId="{EA778BBF-754E-4324-BFE2-D54C8434AA36}" destId="{5B7CCF94-BFA4-4CDA-9E06-30CE5A77BB15}" srcOrd="6" destOrd="0" presId="urn:microsoft.com/office/officeart/2005/8/layout/chevron1"/>
    <dgm:cxn modelId="{7F022681-7EA4-4785-B25A-303A85AD8213}" type="presParOf" srcId="{EA778BBF-754E-4324-BFE2-D54C8434AA36}" destId="{7EA8DAA0-B55D-43E6-9C4C-83828E6BFB9E}" srcOrd="7" destOrd="0" presId="urn:microsoft.com/office/officeart/2005/8/layout/chevron1"/>
    <dgm:cxn modelId="{046497B5-39CD-48AC-B621-0BD290E36D7E}" type="presParOf" srcId="{EA778BBF-754E-4324-BFE2-D54C8434AA36}" destId="{7DF2B565-0A8E-441A-BF4A-09FFA3B777CF}" srcOrd="8" destOrd="0" presId="urn:microsoft.com/office/officeart/2005/8/layout/chevron1"/>
    <dgm:cxn modelId="{CD27C49E-E2FC-415F-AE04-834B9DE5648B}" type="presParOf" srcId="{EA778BBF-754E-4324-BFE2-D54C8434AA36}" destId="{AA99DE5C-DA84-4517-856A-A8B4671DBC49}" srcOrd="9" destOrd="0" presId="urn:microsoft.com/office/officeart/2005/8/layout/chevron1"/>
    <dgm:cxn modelId="{20F09DD6-FFE4-44E2-870C-D82AAD266772}" type="presParOf" srcId="{EA778BBF-754E-4324-BFE2-D54C8434AA36}" destId="{B8574698-9433-420B-B19B-F4E8633AA23B}" srcOrd="10" destOrd="0" presId="urn:microsoft.com/office/officeart/2005/8/layout/chevron1"/>
    <dgm:cxn modelId="{9006C3D6-1E6E-4FF0-B374-CC2CB6558598}" type="presParOf" srcId="{EA778BBF-754E-4324-BFE2-D54C8434AA36}" destId="{3CE66576-19CB-46E4-A098-35B9A47A0E08}" srcOrd="11" destOrd="0" presId="urn:microsoft.com/office/officeart/2005/8/layout/chevron1"/>
    <dgm:cxn modelId="{8E12CA35-A727-43D5-819F-5433F435881A}" type="presParOf" srcId="{EA778BBF-754E-4324-BFE2-D54C8434AA36}" destId="{3DA55AF3-A82A-467D-96D8-9100C08F33A4}" srcOrd="12" destOrd="0" presId="urn:microsoft.com/office/officeart/2005/8/layout/chevron1"/>
    <dgm:cxn modelId="{58B079CA-9E6B-4069-89A3-238EFE5794F4}" type="presParOf" srcId="{EA778BBF-754E-4324-BFE2-D54C8434AA36}" destId="{44DDEBAB-4643-4DE8-9CB8-C0167936A168}" srcOrd="13" destOrd="0" presId="urn:microsoft.com/office/officeart/2005/8/layout/chevron1"/>
    <dgm:cxn modelId="{46B1CB4C-BCC8-40BC-9762-9FD5DD865B65}" type="presParOf" srcId="{EA778BBF-754E-4324-BFE2-D54C8434AA36}" destId="{FC35096E-F26F-427A-8919-F8867DF23A0D}" srcOrd="14" destOrd="0" presId="urn:microsoft.com/office/officeart/2005/8/layout/chevron1"/>
    <dgm:cxn modelId="{2F4F77E1-DF44-47D5-A1D7-331C9A543A07}" type="presParOf" srcId="{EA778BBF-754E-4324-BFE2-D54C8434AA36}" destId="{8444F144-E745-46BB-A41C-D40A41A98020}" srcOrd="15" destOrd="0" presId="urn:microsoft.com/office/officeart/2005/8/layout/chevron1"/>
    <dgm:cxn modelId="{A591448E-6223-4A45-B918-133F131B2ED7}" type="presParOf" srcId="{EA778BBF-754E-4324-BFE2-D54C8434AA36}" destId="{1C03E8E1-5A22-4F31-9843-0BF10B12B0A0}" srcOrd="16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4.xml><?xml version="1.0" encoding="utf-8"?>
<dgm:dataModel xmlns:dgm="http://schemas.openxmlformats.org/drawingml/2006/diagram" xmlns:a="http://schemas.openxmlformats.org/drawingml/2006/main">
  <dgm:ptLst>
    <dgm:pt modelId="{74926388-AA5A-43DD-9904-283AAB7A1795}" type="doc">
      <dgm:prSet loTypeId="urn:microsoft.com/office/officeart/2005/8/layout/chevron1" loCatId="process" qsTypeId="urn:microsoft.com/office/officeart/2005/8/quickstyle/simple1" qsCatId="simple" csTypeId="urn:microsoft.com/office/officeart/2005/8/colors/accent1_2" csCatId="accent1" phldr="1"/>
      <dgm:spPr/>
    </dgm:pt>
    <dgm:pt modelId="{5E4EE46D-E710-48B4-A012-61A810D326C5}">
      <dgm:prSet phldrT="[Text]"/>
      <dgm:spPr>
        <a:solidFill>
          <a:schemeClr val="bg1">
            <a:lumMod val="85000"/>
          </a:schemeClr>
        </a:solidFill>
      </dgm:spPr>
      <dgm:t>
        <a:bodyPr/>
        <a:lstStyle/>
        <a:p>
          <a:r>
            <a:rPr lang="en-AU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Project Background &amp; Problem Statement</a:t>
          </a:r>
        </a:p>
      </dgm:t>
    </dgm:pt>
    <dgm:pt modelId="{D6E90C6E-184A-45DF-B0AF-C3560A97651B}" type="parTrans" cxnId="{AC0D79BD-51AA-497C-BAA2-9F454E28E3F1}">
      <dgm:prSet/>
      <dgm:spPr/>
      <dgm:t>
        <a:bodyPr/>
        <a:lstStyle/>
        <a:p>
          <a:endParaRPr lang="en-AU"/>
        </a:p>
      </dgm:t>
    </dgm:pt>
    <dgm:pt modelId="{637C1F3D-AD5B-474E-90B2-C138DBE65A7F}" type="sibTrans" cxnId="{AC0D79BD-51AA-497C-BAA2-9F454E28E3F1}">
      <dgm:prSet/>
      <dgm:spPr/>
      <dgm:t>
        <a:bodyPr/>
        <a:lstStyle/>
        <a:p>
          <a:endParaRPr lang="en-AU"/>
        </a:p>
      </dgm:t>
    </dgm:pt>
    <dgm:pt modelId="{2BB1ADB2-5444-478E-A523-EE104BB6D7A5}">
      <dgm:prSet phldrT="[Text]"/>
      <dgm:spPr>
        <a:solidFill>
          <a:schemeClr val="bg1">
            <a:lumMod val="85000"/>
          </a:schemeClr>
        </a:solidFill>
        <a:ln>
          <a:solidFill>
            <a:schemeClr val="bg1"/>
          </a:solidFill>
        </a:ln>
      </dgm:spPr>
      <dgm:t>
        <a:bodyPr/>
        <a:lstStyle/>
        <a:p>
          <a:r>
            <a:rPr lang="en-AU" b="0" noProof="0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Methodology &amp; Approach</a:t>
          </a:r>
          <a:endParaRPr lang="en-AU" b="0" dirty="0">
            <a:solidFill>
              <a:schemeClr val="tx1">
                <a:lumMod val="50000"/>
                <a:lumOff val="50000"/>
              </a:schemeClr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4826607E-FB1B-417D-BBFC-695A5831E6A6}" type="parTrans" cxnId="{B7D57F10-CB86-415F-A524-D62297A7E3E9}">
      <dgm:prSet/>
      <dgm:spPr/>
      <dgm:t>
        <a:bodyPr/>
        <a:lstStyle/>
        <a:p>
          <a:endParaRPr lang="en-AU"/>
        </a:p>
      </dgm:t>
    </dgm:pt>
    <dgm:pt modelId="{ED2E3B63-A5C1-4D90-9E1A-44C52AB6E09D}" type="sibTrans" cxnId="{B7D57F10-CB86-415F-A524-D62297A7E3E9}">
      <dgm:prSet/>
      <dgm:spPr/>
      <dgm:t>
        <a:bodyPr/>
        <a:lstStyle/>
        <a:p>
          <a:endParaRPr lang="en-AU"/>
        </a:p>
      </dgm:t>
    </dgm:pt>
    <dgm:pt modelId="{9F995C28-A183-4214-A84F-B1C9250840F4}">
      <dgm:prSet phldrT="[Text]"/>
      <dgm:spPr>
        <a:solidFill>
          <a:schemeClr val="bg1">
            <a:lumMod val="85000"/>
          </a:schemeClr>
        </a:solidFill>
        <a:ln>
          <a:solidFill>
            <a:schemeClr val="bg1"/>
          </a:solidFill>
        </a:ln>
      </dgm:spPr>
      <dgm:t>
        <a:bodyPr/>
        <a:lstStyle/>
        <a:p>
          <a:r>
            <a:rPr lang="en-AU" b="0" noProof="0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Justification of Techniques</a:t>
          </a:r>
          <a:endParaRPr lang="en-AU" b="0" dirty="0">
            <a:solidFill>
              <a:schemeClr val="tx1">
                <a:lumMod val="50000"/>
                <a:lumOff val="50000"/>
              </a:schemeClr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CDF14534-CA9F-4E29-A27E-316AA69D79A7}" type="parTrans" cxnId="{5FC3E5C4-F3E0-4CA0-A4E1-C95D9FE07F9B}">
      <dgm:prSet/>
      <dgm:spPr/>
      <dgm:t>
        <a:bodyPr/>
        <a:lstStyle/>
        <a:p>
          <a:endParaRPr lang="en-AU"/>
        </a:p>
      </dgm:t>
    </dgm:pt>
    <dgm:pt modelId="{CBC28811-E029-47F2-B13E-0D01A81D0CD5}" type="sibTrans" cxnId="{5FC3E5C4-F3E0-4CA0-A4E1-C95D9FE07F9B}">
      <dgm:prSet/>
      <dgm:spPr/>
      <dgm:t>
        <a:bodyPr/>
        <a:lstStyle/>
        <a:p>
          <a:endParaRPr lang="en-AU"/>
        </a:p>
      </dgm:t>
    </dgm:pt>
    <dgm:pt modelId="{645A83FE-D5F5-431D-A91C-20B6BEBFD24C}">
      <dgm:prSet/>
      <dgm:spPr>
        <a:solidFill>
          <a:schemeClr val="bg1">
            <a:lumMod val="85000"/>
          </a:schemeClr>
        </a:solidFill>
        <a:ln>
          <a:solidFill>
            <a:schemeClr val="bg1"/>
          </a:solidFill>
        </a:ln>
      </dgm:spPr>
      <dgm:t>
        <a:bodyPr/>
        <a:lstStyle/>
        <a:p>
          <a:r>
            <a:rPr lang="en-AU" b="0" noProof="0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Architecture Consistency &amp; Design</a:t>
          </a:r>
          <a:endParaRPr lang="en-AU" b="0" dirty="0">
            <a:solidFill>
              <a:schemeClr val="tx1">
                <a:lumMod val="50000"/>
                <a:lumOff val="50000"/>
              </a:schemeClr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AB383FA7-9D4C-4DE7-9E50-983F7C34938E}" type="parTrans" cxnId="{B5AC47F1-BA1F-4145-B7BB-8FDE7096B05B}">
      <dgm:prSet/>
      <dgm:spPr/>
      <dgm:t>
        <a:bodyPr/>
        <a:lstStyle/>
        <a:p>
          <a:endParaRPr lang="en-AU"/>
        </a:p>
      </dgm:t>
    </dgm:pt>
    <dgm:pt modelId="{1D85AB95-7B1B-4053-B747-720D8B88EFAD}" type="sibTrans" cxnId="{B5AC47F1-BA1F-4145-B7BB-8FDE7096B05B}">
      <dgm:prSet/>
      <dgm:spPr/>
      <dgm:t>
        <a:bodyPr/>
        <a:lstStyle/>
        <a:p>
          <a:endParaRPr lang="en-AU"/>
        </a:p>
      </dgm:t>
    </dgm:pt>
    <dgm:pt modelId="{7AED458D-7FBE-40FE-8C2C-152BFD461E76}">
      <dgm:prSet/>
      <dgm:spPr>
        <a:solidFill>
          <a:schemeClr val="bg1">
            <a:lumMod val="85000"/>
          </a:schemeClr>
        </a:solidFill>
        <a:ln>
          <a:solidFill>
            <a:schemeClr val="bg1"/>
          </a:solidFill>
        </a:ln>
      </dgm:spPr>
      <dgm:t>
        <a:bodyPr/>
        <a:lstStyle/>
        <a:p>
          <a:r>
            <a:rPr lang="en-AU" b="0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Visual Walkthrough (Sample Dashboard)</a:t>
          </a:r>
        </a:p>
      </dgm:t>
    </dgm:pt>
    <dgm:pt modelId="{9A8ABC44-CDCA-4C9F-BBCB-7B522B7C7C61}" type="parTrans" cxnId="{99037112-182C-4BE3-AE76-D087FF09DEDC}">
      <dgm:prSet/>
      <dgm:spPr/>
      <dgm:t>
        <a:bodyPr/>
        <a:lstStyle/>
        <a:p>
          <a:endParaRPr lang="en-AU"/>
        </a:p>
      </dgm:t>
    </dgm:pt>
    <dgm:pt modelId="{18703457-32C9-4CF0-B6DC-64E421DCD496}" type="sibTrans" cxnId="{99037112-182C-4BE3-AE76-D087FF09DEDC}">
      <dgm:prSet/>
      <dgm:spPr/>
      <dgm:t>
        <a:bodyPr/>
        <a:lstStyle/>
        <a:p>
          <a:endParaRPr lang="en-AU"/>
        </a:p>
      </dgm:t>
    </dgm:pt>
    <dgm:pt modelId="{E3A44B3F-2511-4944-90F1-BD25C1F1B5F7}">
      <dgm:prSet/>
      <dgm:spPr>
        <a:solidFill>
          <a:schemeClr val="bg1">
            <a:lumMod val="85000"/>
          </a:schemeClr>
        </a:solidFill>
        <a:ln>
          <a:solidFill>
            <a:schemeClr val="bg1"/>
          </a:solidFill>
        </a:ln>
      </dgm:spPr>
      <dgm:t>
        <a:bodyPr/>
        <a:lstStyle/>
        <a:p>
          <a:r>
            <a:rPr lang="en-AU" b="0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Value Delivered to Secora</a:t>
          </a:r>
        </a:p>
      </dgm:t>
    </dgm:pt>
    <dgm:pt modelId="{6114E150-CB88-42BA-A7BC-688E29B96DCC}" type="parTrans" cxnId="{1C745C7B-7016-47AF-BC34-AE7297F30ADE}">
      <dgm:prSet/>
      <dgm:spPr/>
      <dgm:t>
        <a:bodyPr/>
        <a:lstStyle/>
        <a:p>
          <a:endParaRPr lang="en-AU"/>
        </a:p>
      </dgm:t>
    </dgm:pt>
    <dgm:pt modelId="{17554E49-4B88-4F62-9A64-2BE51DB30324}" type="sibTrans" cxnId="{1C745C7B-7016-47AF-BC34-AE7297F30ADE}">
      <dgm:prSet/>
      <dgm:spPr/>
      <dgm:t>
        <a:bodyPr/>
        <a:lstStyle/>
        <a:p>
          <a:endParaRPr lang="en-AU"/>
        </a:p>
      </dgm:t>
    </dgm:pt>
    <dgm:pt modelId="{56051EE8-BF4F-42D7-9282-2210D0B95DB2}">
      <dgm:prSet/>
      <dgm:spPr>
        <a:solidFill>
          <a:schemeClr val="bg1">
            <a:lumMod val="85000"/>
          </a:schemeClr>
        </a:solidFill>
        <a:ln>
          <a:solidFill>
            <a:schemeClr val="bg1"/>
          </a:solidFill>
        </a:ln>
      </dgm:spPr>
      <dgm:t>
        <a:bodyPr/>
        <a:lstStyle/>
        <a:p>
          <a:r>
            <a:rPr lang="en-AU" b="0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Validation &amp; Demo Feedback</a:t>
          </a:r>
        </a:p>
      </dgm:t>
    </dgm:pt>
    <dgm:pt modelId="{9E50DCD7-C46B-471F-8F10-411A1DE2B93A}" type="parTrans" cxnId="{69A11C48-42F7-4F01-B2E4-4139164D1030}">
      <dgm:prSet/>
      <dgm:spPr/>
      <dgm:t>
        <a:bodyPr/>
        <a:lstStyle/>
        <a:p>
          <a:endParaRPr lang="en-AU"/>
        </a:p>
      </dgm:t>
    </dgm:pt>
    <dgm:pt modelId="{8752361C-9E26-4912-AA86-57F06B4D07C0}" type="sibTrans" cxnId="{69A11C48-42F7-4F01-B2E4-4139164D1030}">
      <dgm:prSet/>
      <dgm:spPr/>
      <dgm:t>
        <a:bodyPr/>
        <a:lstStyle/>
        <a:p>
          <a:endParaRPr lang="en-AU"/>
        </a:p>
      </dgm:t>
    </dgm:pt>
    <dgm:pt modelId="{345B82C6-C3A8-4455-AED9-406B0A726BDB}">
      <dgm:prSet/>
      <dgm:spPr>
        <a:ln>
          <a:solidFill>
            <a:srgbClr val="FF0000"/>
          </a:solidFill>
        </a:ln>
      </dgm:spPr>
      <dgm:t>
        <a:bodyPr/>
        <a:lstStyle/>
        <a:p>
          <a:r>
            <a:rPr lang="en-AU" b="1" dirty="0">
              <a:solidFill>
                <a:srgbClr val="FFC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Reflection &amp; Learning</a:t>
          </a:r>
        </a:p>
      </dgm:t>
    </dgm:pt>
    <dgm:pt modelId="{FB436EFA-28C6-4484-84C5-98F7C4DD8311}" type="parTrans" cxnId="{ED112A92-B3FC-42BA-BB91-66BF69BB648A}">
      <dgm:prSet/>
      <dgm:spPr/>
      <dgm:t>
        <a:bodyPr/>
        <a:lstStyle/>
        <a:p>
          <a:endParaRPr lang="en-AU"/>
        </a:p>
      </dgm:t>
    </dgm:pt>
    <dgm:pt modelId="{CF412F56-9576-4BD5-88F3-A100EE1B4921}" type="sibTrans" cxnId="{ED112A92-B3FC-42BA-BB91-66BF69BB648A}">
      <dgm:prSet/>
      <dgm:spPr/>
      <dgm:t>
        <a:bodyPr/>
        <a:lstStyle/>
        <a:p>
          <a:endParaRPr lang="en-AU"/>
        </a:p>
      </dgm:t>
    </dgm:pt>
    <dgm:pt modelId="{3FCE90AA-7B78-4BDD-AB2F-536AB4ED1BFE}">
      <dgm:prSet/>
      <dgm:spPr>
        <a:solidFill>
          <a:schemeClr val="bg1">
            <a:lumMod val="85000"/>
          </a:schemeClr>
        </a:solidFill>
        <a:ln>
          <a:solidFill>
            <a:schemeClr val="bg1"/>
          </a:solidFill>
        </a:ln>
      </dgm:spPr>
      <dgm:t>
        <a:bodyPr/>
        <a:lstStyle/>
        <a:p>
          <a:r>
            <a:rPr lang="en-AU" b="0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Challenges &amp; Resolutions</a:t>
          </a:r>
        </a:p>
      </dgm:t>
    </dgm:pt>
    <dgm:pt modelId="{C78221D6-12ED-42DC-A355-A358CB5BDDE0}" type="parTrans" cxnId="{22D74AE6-01D4-4D3E-99FE-ABDD588E4B61}">
      <dgm:prSet/>
      <dgm:spPr/>
      <dgm:t>
        <a:bodyPr/>
        <a:lstStyle/>
        <a:p>
          <a:endParaRPr lang="en-AU"/>
        </a:p>
      </dgm:t>
    </dgm:pt>
    <dgm:pt modelId="{F37BDF86-6FAB-43BB-B97D-7A9CCF9C8B19}" type="sibTrans" cxnId="{22D74AE6-01D4-4D3E-99FE-ABDD588E4B61}">
      <dgm:prSet/>
      <dgm:spPr/>
      <dgm:t>
        <a:bodyPr/>
        <a:lstStyle/>
        <a:p>
          <a:endParaRPr lang="en-AU"/>
        </a:p>
      </dgm:t>
    </dgm:pt>
    <dgm:pt modelId="{EA778BBF-754E-4324-BFE2-D54C8434AA36}" type="pres">
      <dgm:prSet presAssocID="{74926388-AA5A-43DD-9904-283AAB7A1795}" presName="Name0" presStyleCnt="0">
        <dgm:presLayoutVars>
          <dgm:dir/>
          <dgm:animLvl val="lvl"/>
          <dgm:resizeHandles val="exact"/>
        </dgm:presLayoutVars>
      </dgm:prSet>
      <dgm:spPr/>
    </dgm:pt>
    <dgm:pt modelId="{3319C834-8582-432B-B32B-AE320A7286E9}" type="pres">
      <dgm:prSet presAssocID="{5E4EE46D-E710-48B4-A012-61A810D326C5}" presName="parTxOnly" presStyleLbl="node1" presStyleIdx="0" presStyleCnt="9">
        <dgm:presLayoutVars>
          <dgm:chMax val="0"/>
          <dgm:chPref val="0"/>
          <dgm:bulletEnabled val="1"/>
        </dgm:presLayoutVars>
      </dgm:prSet>
      <dgm:spPr/>
    </dgm:pt>
    <dgm:pt modelId="{B2C4C985-AEA8-4EB7-8609-E2EFABDFE5A6}" type="pres">
      <dgm:prSet presAssocID="{637C1F3D-AD5B-474E-90B2-C138DBE65A7F}" presName="parTxOnlySpace" presStyleCnt="0"/>
      <dgm:spPr/>
    </dgm:pt>
    <dgm:pt modelId="{873A084E-2B6A-429D-94BE-B8A2F93E59BD}" type="pres">
      <dgm:prSet presAssocID="{2BB1ADB2-5444-478E-A523-EE104BB6D7A5}" presName="parTxOnly" presStyleLbl="node1" presStyleIdx="1" presStyleCnt="9">
        <dgm:presLayoutVars>
          <dgm:chMax val="0"/>
          <dgm:chPref val="0"/>
          <dgm:bulletEnabled val="1"/>
        </dgm:presLayoutVars>
      </dgm:prSet>
      <dgm:spPr/>
    </dgm:pt>
    <dgm:pt modelId="{7B7EA429-F6A6-46F2-BA26-C8720C994114}" type="pres">
      <dgm:prSet presAssocID="{ED2E3B63-A5C1-4D90-9E1A-44C52AB6E09D}" presName="parTxOnlySpace" presStyleCnt="0"/>
      <dgm:spPr/>
    </dgm:pt>
    <dgm:pt modelId="{D60B580D-8CF1-49D4-B936-37A5041F6C2F}" type="pres">
      <dgm:prSet presAssocID="{9F995C28-A183-4214-A84F-B1C9250840F4}" presName="parTxOnly" presStyleLbl="node1" presStyleIdx="2" presStyleCnt="9">
        <dgm:presLayoutVars>
          <dgm:chMax val="0"/>
          <dgm:chPref val="0"/>
          <dgm:bulletEnabled val="1"/>
        </dgm:presLayoutVars>
      </dgm:prSet>
      <dgm:spPr/>
    </dgm:pt>
    <dgm:pt modelId="{56DE67C1-12AC-4537-B091-DD3CA434F618}" type="pres">
      <dgm:prSet presAssocID="{CBC28811-E029-47F2-B13E-0D01A81D0CD5}" presName="parTxOnlySpace" presStyleCnt="0"/>
      <dgm:spPr/>
    </dgm:pt>
    <dgm:pt modelId="{5B7CCF94-BFA4-4CDA-9E06-30CE5A77BB15}" type="pres">
      <dgm:prSet presAssocID="{645A83FE-D5F5-431D-A91C-20B6BEBFD24C}" presName="parTxOnly" presStyleLbl="node1" presStyleIdx="3" presStyleCnt="9">
        <dgm:presLayoutVars>
          <dgm:chMax val="0"/>
          <dgm:chPref val="0"/>
          <dgm:bulletEnabled val="1"/>
        </dgm:presLayoutVars>
      </dgm:prSet>
      <dgm:spPr/>
    </dgm:pt>
    <dgm:pt modelId="{7EA8DAA0-B55D-43E6-9C4C-83828E6BFB9E}" type="pres">
      <dgm:prSet presAssocID="{1D85AB95-7B1B-4053-B747-720D8B88EFAD}" presName="parTxOnlySpace" presStyleCnt="0"/>
      <dgm:spPr/>
    </dgm:pt>
    <dgm:pt modelId="{7DF2B565-0A8E-441A-BF4A-09FFA3B777CF}" type="pres">
      <dgm:prSet presAssocID="{7AED458D-7FBE-40FE-8C2C-152BFD461E76}" presName="parTxOnly" presStyleLbl="node1" presStyleIdx="4" presStyleCnt="9">
        <dgm:presLayoutVars>
          <dgm:chMax val="0"/>
          <dgm:chPref val="0"/>
          <dgm:bulletEnabled val="1"/>
        </dgm:presLayoutVars>
      </dgm:prSet>
      <dgm:spPr/>
    </dgm:pt>
    <dgm:pt modelId="{AA99DE5C-DA84-4517-856A-A8B4671DBC49}" type="pres">
      <dgm:prSet presAssocID="{18703457-32C9-4CF0-B6DC-64E421DCD496}" presName="parTxOnlySpace" presStyleCnt="0"/>
      <dgm:spPr/>
    </dgm:pt>
    <dgm:pt modelId="{B8574698-9433-420B-B19B-F4E8633AA23B}" type="pres">
      <dgm:prSet presAssocID="{56051EE8-BF4F-42D7-9282-2210D0B95DB2}" presName="parTxOnly" presStyleLbl="node1" presStyleIdx="5" presStyleCnt="9">
        <dgm:presLayoutVars>
          <dgm:chMax val="0"/>
          <dgm:chPref val="0"/>
          <dgm:bulletEnabled val="1"/>
        </dgm:presLayoutVars>
      </dgm:prSet>
      <dgm:spPr/>
    </dgm:pt>
    <dgm:pt modelId="{3CE66576-19CB-46E4-A098-35B9A47A0E08}" type="pres">
      <dgm:prSet presAssocID="{8752361C-9E26-4912-AA86-57F06B4D07C0}" presName="parTxOnlySpace" presStyleCnt="0"/>
      <dgm:spPr/>
    </dgm:pt>
    <dgm:pt modelId="{3DA55AF3-A82A-467D-96D8-9100C08F33A4}" type="pres">
      <dgm:prSet presAssocID="{E3A44B3F-2511-4944-90F1-BD25C1F1B5F7}" presName="parTxOnly" presStyleLbl="node1" presStyleIdx="6" presStyleCnt="9">
        <dgm:presLayoutVars>
          <dgm:chMax val="0"/>
          <dgm:chPref val="0"/>
          <dgm:bulletEnabled val="1"/>
        </dgm:presLayoutVars>
      </dgm:prSet>
      <dgm:spPr/>
    </dgm:pt>
    <dgm:pt modelId="{44DDEBAB-4643-4DE8-9CB8-C0167936A168}" type="pres">
      <dgm:prSet presAssocID="{17554E49-4B88-4F62-9A64-2BE51DB30324}" presName="parTxOnlySpace" presStyleCnt="0"/>
      <dgm:spPr/>
    </dgm:pt>
    <dgm:pt modelId="{FC35096E-F26F-427A-8919-F8867DF23A0D}" type="pres">
      <dgm:prSet presAssocID="{3FCE90AA-7B78-4BDD-AB2F-536AB4ED1BFE}" presName="parTxOnly" presStyleLbl="node1" presStyleIdx="7" presStyleCnt="9">
        <dgm:presLayoutVars>
          <dgm:chMax val="0"/>
          <dgm:chPref val="0"/>
          <dgm:bulletEnabled val="1"/>
        </dgm:presLayoutVars>
      </dgm:prSet>
      <dgm:spPr/>
    </dgm:pt>
    <dgm:pt modelId="{8444F144-E745-46BB-A41C-D40A41A98020}" type="pres">
      <dgm:prSet presAssocID="{F37BDF86-6FAB-43BB-B97D-7A9CCF9C8B19}" presName="parTxOnlySpace" presStyleCnt="0"/>
      <dgm:spPr/>
    </dgm:pt>
    <dgm:pt modelId="{1C03E8E1-5A22-4F31-9843-0BF10B12B0A0}" type="pres">
      <dgm:prSet presAssocID="{345B82C6-C3A8-4455-AED9-406B0A726BDB}" presName="parTxOnly" presStyleLbl="node1" presStyleIdx="8" presStyleCnt="9">
        <dgm:presLayoutVars>
          <dgm:chMax val="0"/>
          <dgm:chPref val="0"/>
          <dgm:bulletEnabled val="1"/>
        </dgm:presLayoutVars>
      </dgm:prSet>
      <dgm:spPr/>
    </dgm:pt>
  </dgm:ptLst>
  <dgm:cxnLst>
    <dgm:cxn modelId="{619E180B-5196-4C88-965F-9DB71100DAD2}" type="presOf" srcId="{56051EE8-BF4F-42D7-9282-2210D0B95DB2}" destId="{B8574698-9433-420B-B19B-F4E8633AA23B}" srcOrd="0" destOrd="0" presId="urn:microsoft.com/office/officeart/2005/8/layout/chevron1"/>
    <dgm:cxn modelId="{B7D57F10-CB86-415F-A524-D62297A7E3E9}" srcId="{74926388-AA5A-43DD-9904-283AAB7A1795}" destId="{2BB1ADB2-5444-478E-A523-EE104BB6D7A5}" srcOrd="1" destOrd="0" parTransId="{4826607E-FB1B-417D-BBFC-695A5831E6A6}" sibTransId="{ED2E3B63-A5C1-4D90-9E1A-44C52AB6E09D}"/>
    <dgm:cxn modelId="{99037112-182C-4BE3-AE76-D087FF09DEDC}" srcId="{74926388-AA5A-43DD-9904-283AAB7A1795}" destId="{7AED458D-7FBE-40FE-8C2C-152BFD461E76}" srcOrd="4" destOrd="0" parTransId="{9A8ABC44-CDCA-4C9F-BBCB-7B522B7C7C61}" sibTransId="{18703457-32C9-4CF0-B6DC-64E421DCD496}"/>
    <dgm:cxn modelId="{1F646340-A227-447A-8810-B149753D4F30}" type="presOf" srcId="{3FCE90AA-7B78-4BDD-AB2F-536AB4ED1BFE}" destId="{FC35096E-F26F-427A-8919-F8867DF23A0D}" srcOrd="0" destOrd="0" presId="urn:microsoft.com/office/officeart/2005/8/layout/chevron1"/>
    <dgm:cxn modelId="{2E78E844-84A8-438B-BD38-39A52849BE33}" type="presOf" srcId="{9F995C28-A183-4214-A84F-B1C9250840F4}" destId="{D60B580D-8CF1-49D4-B936-37A5041F6C2F}" srcOrd="0" destOrd="0" presId="urn:microsoft.com/office/officeart/2005/8/layout/chevron1"/>
    <dgm:cxn modelId="{69A11C48-42F7-4F01-B2E4-4139164D1030}" srcId="{74926388-AA5A-43DD-9904-283AAB7A1795}" destId="{56051EE8-BF4F-42D7-9282-2210D0B95DB2}" srcOrd="5" destOrd="0" parTransId="{9E50DCD7-C46B-471F-8F10-411A1DE2B93A}" sibTransId="{8752361C-9E26-4912-AA86-57F06B4D07C0}"/>
    <dgm:cxn modelId="{7ADCAB59-4B58-44C2-959D-96A09B364AA2}" type="presOf" srcId="{74926388-AA5A-43DD-9904-283AAB7A1795}" destId="{EA778BBF-754E-4324-BFE2-D54C8434AA36}" srcOrd="0" destOrd="0" presId="urn:microsoft.com/office/officeart/2005/8/layout/chevron1"/>
    <dgm:cxn modelId="{1C745C7B-7016-47AF-BC34-AE7297F30ADE}" srcId="{74926388-AA5A-43DD-9904-283AAB7A1795}" destId="{E3A44B3F-2511-4944-90F1-BD25C1F1B5F7}" srcOrd="6" destOrd="0" parTransId="{6114E150-CB88-42BA-A7BC-688E29B96DCC}" sibTransId="{17554E49-4B88-4F62-9A64-2BE51DB30324}"/>
    <dgm:cxn modelId="{6CD24B8D-E097-45C8-BA3F-1BFAAAA5F4B0}" type="presOf" srcId="{E3A44B3F-2511-4944-90F1-BD25C1F1B5F7}" destId="{3DA55AF3-A82A-467D-96D8-9100C08F33A4}" srcOrd="0" destOrd="0" presId="urn:microsoft.com/office/officeart/2005/8/layout/chevron1"/>
    <dgm:cxn modelId="{8FFED590-CDC2-4E40-B892-24AF98C0DAE7}" type="presOf" srcId="{645A83FE-D5F5-431D-A91C-20B6BEBFD24C}" destId="{5B7CCF94-BFA4-4CDA-9E06-30CE5A77BB15}" srcOrd="0" destOrd="0" presId="urn:microsoft.com/office/officeart/2005/8/layout/chevron1"/>
    <dgm:cxn modelId="{ED112A92-B3FC-42BA-BB91-66BF69BB648A}" srcId="{74926388-AA5A-43DD-9904-283AAB7A1795}" destId="{345B82C6-C3A8-4455-AED9-406B0A726BDB}" srcOrd="8" destOrd="0" parTransId="{FB436EFA-28C6-4484-84C5-98F7C4DD8311}" sibTransId="{CF412F56-9576-4BD5-88F3-A100EE1B4921}"/>
    <dgm:cxn modelId="{F171CEA7-3D30-47F5-9640-378F9A2670CC}" type="presOf" srcId="{2BB1ADB2-5444-478E-A523-EE104BB6D7A5}" destId="{873A084E-2B6A-429D-94BE-B8A2F93E59BD}" srcOrd="0" destOrd="0" presId="urn:microsoft.com/office/officeart/2005/8/layout/chevron1"/>
    <dgm:cxn modelId="{AC0D79BD-51AA-497C-BAA2-9F454E28E3F1}" srcId="{74926388-AA5A-43DD-9904-283AAB7A1795}" destId="{5E4EE46D-E710-48B4-A012-61A810D326C5}" srcOrd="0" destOrd="0" parTransId="{D6E90C6E-184A-45DF-B0AF-C3560A97651B}" sibTransId="{637C1F3D-AD5B-474E-90B2-C138DBE65A7F}"/>
    <dgm:cxn modelId="{5FC3E5C4-F3E0-4CA0-A4E1-C95D9FE07F9B}" srcId="{74926388-AA5A-43DD-9904-283AAB7A1795}" destId="{9F995C28-A183-4214-A84F-B1C9250840F4}" srcOrd="2" destOrd="0" parTransId="{CDF14534-CA9F-4E29-A27E-316AA69D79A7}" sibTransId="{CBC28811-E029-47F2-B13E-0D01A81D0CD5}"/>
    <dgm:cxn modelId="{8BE3E7CA-F27A-4591-B4FF-3C59D05FEDAA}" type="presOf" srcId="{345B82C6-C3A8-4455-AED9-406B0A726BDB}" destId="{1C03E8E1-5A22-4F31-9843-0BF10B12B0A0}" srcOrd="0" destOrd="0" presId="urn:microsoft.com/office/officeart/2005/8/layout/chevron1"/>
    <dgm:cxn modelId="{CAFAE7CF-FCB0-45AD-9D00-103D81921703}" type="presOf" srcId="{7AED458D-7FBE-40FE-8C2C-152BFD461E76}" destId="{7DF2B565-0A8E-441A-BF4A-09FFA3B777CF}" srcOrd="0" destOrd="0" presId="urn:microsoft.com/office/officeart/2005/8/layout/chevron1"/>
    <dgm:cxn modelId="{E64374D9-795F-49F5-B8AB-82C52EB0B91A}" type="presOf" srcId="{5E4EE46D-E710-48B4-A012-61A810D326C5}" destId="{3319C834-8582-432B-B32B-AE320A7286E9}" srcOrd="0" destOrd="0" presId="urn:microsoft.com/office/officeart/2005/8/layout/chevron1"/>
    <dgm:cxn modelId="{22D74AE6-01D4-4D3E-99FE-ABDD588E4B61}" srcId="{74926388-AA5A-43DD-9904-283AAB7A1795}" destId="{3FCE90AA-7B78-4BDD-AB2F-536AB4ED1BFE}" srcOrd="7" destOrd="0" parTransId="{C78221D6-12ED-42DC-A355-A358CB5BDDE0}" sibTransId="{F37BDF86-6FAB-43BB-B97D-7A9CCF9C8B19}"/>
    <dgm:cxn modelId="{B5AC47F1-BA1F-4145-B7BB-8FDE7096B05B}" srcId="{74926388-AA5A-43DD-9904-283AAB7A1795}" destId="{645A83FE-D5F5-431D-A91C-20B6BEBFD24C}" srcOrd="3" destOrd="0" parTransId="{AB383FA7-9D4C-4DE7-9E50-983F7C34938E}" sibTransId="{1D85AB95-7B1B-4053-B747-720D8B88EFAD}"/>
    <dgm:cxn modelId="{A5357513-D85F-41E8-A2C6-6BDF8F398C5E}" type="presParOf" srcId="{EA778BBF-754E-4324-BFE2-D54C8434AA36}" destId="{3319C834-8582-432B-B32B-AE320A7286E9}" srcOrd="0" destOrd="0" presId="urn:microsoft.com/office/officeart/2005/8/layout/chevron1"/>
    <dgm:cxn modelId="{3AA186CA-4AD8-42C1-B810-A92E349B5987}" type="presParOf" srcId="{EA778BBF-754E-4324-BFE2-D54C8434AA36}" destId="{B2C4C985-AEA8-4EB7-8609-E2EFABDFE5A6}" srcOrd="1" destOrd="0" presId="urn:microsoft.com/office/officeart/2005/8/layout/chevron1"/>
    <dgm:cxn modelId="{159C2AB4-A69D-45BB-9314-5034A88C9D3D}" type="presParOf" srcId="{EA778BBF-754E-4324-BFE2-D54C8434AA36}" destId="{873A084E-2B6A-429D-94BE-B8A2F93E59BD}" srcOrd="2" destOrd="0" presId="urn:microsoft.com/office/officeart/2005/8/layout/chevron1"/>
    <dgm:cxn modelId="{E1DBC11D-3976-415B-8455-BE4B042B58D6}" type="presParOf" srcId="{EA778BBF-754E-4324-BFE2-D54C8434AA36}" destId="{7B7EA429-F6A6-46F2-BA26-C8720C994114}" srcOrd="3" destOrd="0" presId="urn:microsoft.com/office/officeart/2005/8/layout/chevron1"/>
    <dgm:cxn modelId="{0E9605E9-EBF3-41ED-8ACA-4BB7290CBD13}" type="presParOf" srcId="{EA778BBF-754E-4324-BFE2-D54C8434AA36}" destId="{D60B580D-8CF1-49D4-B936-37A5041F6C2F}" srcOrd="4" destOrd="0" presId="urn:microsoft.com/office/officeart/2005/8/layout/chevron1"/>
    <dgm:cxn modelId="{E41DD916-65ED-490F-9568-B89E23B33F33}" type="presParOf" srcId="{EA778BBF-754E-4324-BFE2-D54C8434AA36}" destId="{56DE67C1-12AC-4537-B091-DD3CA434F618}" srcOrd="5" destOrd="0" presId="urn:microsoft.com/office/officeart/2005/8/layout/chevron1"/>
    <dgm:cxn modelId="{30F8D161-81DA-42E9-A792-8C46D0DED45D}" type="presParOf" srcId="{EA778BBF-754E-4324-BFE2-D54C8434AA36}" destId="{5B7CCF94-BFA4-4CDA-9E06-30CE5A77BB15}" srcOrd="6" destOrd="0" presId="urn:microsoft.com/office/officeart/2005/8/layout/chevron1"/>
    <dgm:cxn modelId="{0A3945CF-D90A-45C3-9C00-6E28E34E73EC}" type="presParOf" srcId="{EA778BBF-754E-4324-BFE2-D54C8434AA36}" destId="{7EA8DAA0-B55D-43E6-9C4C-83828E6BFB9E}" srcOrd="7" destOrd="0" presId="urn:microsoft.com/office/officeart/2005/8/layout/chevron1"/>
    <dgm:cxn modelId="{ADA725F5-F8FB-4FDC-9C6E-1F115746EF00}" type="presParOf" srcId="{EA778BBF-754E-4324-BFE2-D54C8434AA36}" destId="{7DF2B565-0A8E-441A-BF4A-09FFA3B777CF}" srcOrd="8" destOrd="0" presId="urn:microsoft.com/office/officeart/2005/8/layout/chevron1"/>
    <dgm:cxn modelId="{E75AFB1A-49FD-4A9F-AA68-577C13F02E5E}" type="presParOf" srcId="{EA778BBF-754E-4324-BFE2-D54C8434AA36}" destId="{AA99DE5C-DA84-4517-856A-A8B4671DBC49}" srcOrd="9" destOrd="0" presId="urn:microsoft.com/office/officeart/2005/8/layout/chevron1"/>
    <dgm:cxn modelId="{EA49C194-B0FD-49BB-8F90-53ED62721138}" type="presParOf" srcId="{EA778BBF-754E-4324-BFE2-D54C8434AA36}" destId="{B8574698-9433-420B-B19B-F4E8633AA23B}" srcOrd="10" destOrd="0" presId="urn:microsoft.com/office/officeart/2005/8/layout/chevron1"/>
    <dgm:cxn modelId="{583F1078-DE66-4842-833D-30AD3A6424B7}" type="presParOf" srcId="{EA778BBF-754E-4324-BFE2-D54C8434AA36}" destId="{3CE66576-19CB-46E4-A098-35B9A47A0E08}" srcOrd="11" destOrd="0" presId="urn:microsoft.com/office/officeart/2005/8/layout/chevron1"/>
    <dgm:cxn modelId="{108A3662-CC89-41BD-AC6D-9A793427FA94}" type="presParOf" srcId="{EA778BBF-754E-4324-BFE2-D54C8434AA36}" destId="{3DA55AF3-A82A-467D-96D8-9100C08F33A4}" srcOrd="12" destOrd="0" presId="urn:microsoft.com/office/officeart/2005/8/layout/chevron1"/>
    <dgm:cxn modelId="{53994113-86AA-4C08-AE41-6B209A6AC9B6}" type="presParOf" srcId="{EA778BBF-754E-4324-BFE2-D54C8434AA36}" destId="{44DDEBAB-4643-4DE8-9CB8-C0167936A168}" srcOrd="13" destOrd="0" presId="urn:microsoft.com/office/officeart/2005/8/layout/chevron1"/>
    <dgm:cxn modelId="{F0538AC5-2737-446D-B0D6-A8CC74F19C6D}" type="presParOf" srcId="{EA778BBF-754E-4324-BFE2-D54C8434AA36}" destId="{FC35096E-F26F-427A-8919-F8867DF23A0D}" srcOrd="14" destOrd="0" presId="urn:microsoft.com/office/officeart/2005/8/layout/chevron1"/>
    <dgm:cxn modelId="{C14DB7C0-4269-43A2-BA73-FBC7DC8511F4}" type="presParOf" srcId="{EA778BBF-754E-4324-BFE2-D54C8434AA36}" destId="{8444F144-E745-46BB-A41C-D40A41A98020}" srcOrd="15" destOrd="0" presId="urn:microsoft.com/office/officeart/2005/8/layout/chevron1"/>
    <dgm:cxn modelId="{C1DA7559-53D9-4A0D-9694-EB8D8DE717C4}" type="presParOf" srcId="{EA778BBF-754E-4324-BFE2-D54C8434AA36}" destId="{1C03E8E1-5A22-4F31-9843-0BF10B12B0A0}" srcOrd="16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5.xml><?xml version="1.0" encoding="utf-8"?>
<dgm:dataModel xmlns:dgm="http://schemas.openxmlformats.org/drawingml/2006/diagram" xmlns:a="http://schemas.openxmlformats.org/drawingml/2006/main">
  <dgm:ptLst>
    <dgm:pt modelId="{74926388-AA5A-43DD-9904-283AAB7A1795}" type="doc">
      <dgm:prSet loTypeId="urn:microsoft.com/office/officeart/2005/8/layout/chevron1" loCatId="process" qsTypeId="urn:microsoft.com/office/officeart/2005/8/quickstyle/simple1" qsCatId="simple" csTypeId="urn:microsoft.com/office/officeart/2005/8/colors/accent1_2" csCatId="accent1" phldr="1"/>
      <dgm:spPr/>
    </dgm:pt>
    <dgm:pt modelId="{5E4EE46D-E710-48B4-A012-61A810D326C5}">
      <dgm:prSet phldrT="[Text]"/>
      <dgm:spPr>
        <a:solidFill>
          <a:schemeClr val="bg1">
            <a:lumMod val="85000"/>
          </a:schemeClr>
        </a:solidFill>
      </dgm:spPr>
      <dgm:t>
        <a:bodyPr/>
        <a:lstStyle/>
        <a:p>
          <a:r>
            <a:rPr lang="en-AU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Project Background &amp; Problem Statement</a:t>
          </a:r>
        </a:p>
      </dgm:t>
    </dgm:pt>
    <dgm:pt modelId="{D6E90C6E-184A-45DF-B0AF-C3560A97651B}" type="parTrans" cxnId="{AC0D79BD-51AA-497C-BAA2-9F454E28E3F1}">
      <dgm:prSet/>
      <dgm:spPr/>
      <dgm:t>
        <a:bodyPr/>
        <a:lstStyle/>
        <a:p>
          <a:endParaRPr lang="en-AU"/>
        </a:p>
      </dgm:t>
    </dgm:pt>
    <dgm:pt modelId="{637C1F3D-AD5B-474E-90B2-C138DBE65A7F}" type="sibTrans" cxnId="{AC0D79BD-51AA-497C-BAA2-9F454E28E3F1}">
      <dgm:prSet/>
      <dgm:spPr/>
      <dgm:t>
        <a:bodyPr/>
        <a:lstStyle/>
        <a:p>
          <a:endParaRPr lang="en-AU"/>
        </a:p>
      </dgm:t>
    </dgm:pt>
    <dgm:pt modelId="{2BB1ADB2-5444-478E-A523-EE104BB6D7A5}">
      <dgm:prSet phldrT="[Text]"/>
      <dgm:spPr>
        <a:solidFill>
          <a:schemeClr val="bg1">
            <a:lumMod val="85000"/>
          </a:schemeClr>
        </a:solidFill>
        <a:ln>
          <a:solidFill>
            <a:schemeClr val="bg1"/>
          </a:solidFill>
        </a:ln>
      </dgm:spPr>
      <dgm:t>
        <a:bodyPr/>
        <a:lstStyle/>
        <a:p>
          <a:r>
            <a:rPr lang="en-AU" b="0" noProof="0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Methodology &amp; Approach</a:t>
          </a:r>
          <a:endParaRPr lang="en-AU" b="0" dirty="0">
            <a:solidFill>
              <a:schemeClr val="tx1">
                <a:lumMod val="50000"/>
                <a:lumOff val="50000"/>
              </a:schemeClr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4826607E-FB1B-417D-BBFC-695A5831E6A6}" type="parTrans" cxnId="{B7D57F10-CB86-415F-A524-D62297A7E3E9}">
      <dgm:prSet/>
      <dgm:spPr/>
      <dgm:t>
        <a:bodyPr/>
        <a:lstStyle/>
        <a:p>
          <a:endParaRPr lang="en-AU"/>
        </a:p>
      </dgm:t>
    </dgm:pt>
    <dgm:pt modelId="{ED2E3B63-A5C1-4D90-9E1A-44C52AB6E09D}" type="sibTrans" cxnId="{B7D57F10-CB86-415F-A524-D62297A7E3E9}">
      <dgm:prSet/>
      <dgm:spPr/>
      <dgm:t>
        <a:bodyPr/>
        <a:lstStyle/>
        <a:p>
          <a:endParaRPr lang="en-AU"/>
        </a:p>
      </dgm:t>
    </dgm:pt>
    <dgm:pt modelId="{9F995C28-A183-4214-A84F-B1C9250840F4}">
      <dgm:prSet phldrT="[Text]"/>
      <dgm:spPr>
        <a:solidFill>
          <a:schemeClr val="bg1">
            <a:lumMod val="85000"/>
          </a:schemeClr>
        </a:solidFill>
        <a:ln>
          <a:solidFill>
            <a:schemeClr val="bg1"/>
          </a:solidFill>
        </a:ln>
      </dgm:spPr>
      <dgm:t>
        <a:bodyPr/>
        <a:lstStyle/>
        <a:p>
          <a:r>
            <a:rPr lang="en-AU" b="0" noProof="0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Justification of Techniques</a:t>
          </a:r>
          <a:endParaRPr lang="en-AU" b="0" dirty="0">
            <a:solidFill>
              <a:schemeClr val="tx1">
                <a:lumMod val="50000"/>
                <a:lumOff val="50000"/>
              </a:schemeClr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CDF14534-CA9F-4E29-A27E-316AA69D79A7}" type="parTrans" cxnId="{5FC3E5C4-F3E0-4CA0-A4E1-C95D9FE07F9B}">
      <dgm:prSet/>
      <dgm:spPr/>
      <dgm:t>
        <a:bodyPr/>
        <a:lstStyle/>
        <a:p>
          <a:endParaRPr lang="en-AU"/>
        </a:p>
      </dgm:t>
    </dgm:pt>
    <dgm:pt modelId="{CBC28811-E029-47F2-B13E-0D01A81D0CD5}" type="sibTrans" cxnId="{5FC3E5C4-F3E0-4CA0-A4E1-C95D9FE07F9B}">
      <dgm:prSet/>
      <dgm:spPr/>
      <dgm:t>
        <a:bodyPr/>
        <a:lstStyle/>
        <a:p>
          <a:endParaRPr lang="en-AU"/>
        </a:p>
      </dgm:t>
    </dgm:pt>
    <dgm:pt modelId="{645A83FE-D5F5-431D-A91C-20B6BEBFD24C}">
      <dgm:prSet/>
      <dgm:spPr>
        <a:solidFill>
          <a:schemeClr val="bg1">
            <a:lumMod val="85000"/>
          </a:schemeClr>
        </a:solidFill>
        <a:ln>
          <a:solidFill>
            <a:schemeClr val="bg1"/>
          </a:solidFill>
        </a:ln>
      </dgm:spPr>
      <dgm:t>
        <a:bodyPr/>
        <a:lstStyle/>
        <a:p>
          <a:r>
            <a:rPr lang="en-AU" b="0" noProof="0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Architecture Consistency &amp; Design</a:t>
          </a:r>
          <a:endParaRPr lang="en-AU" b="0" dirty="0">
            <a:solidFill>
              <a:schemeClr val="tx1">
                <a:lumMod val="50000"/>
                <a:lumOff val="50000"/>
              </a:schemeClr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AB383FA7-9D4C-4DE7-9E50-983F7C34938E}" type="parTrans" cxnId="{B5AC47F1-BA1F-4145-B7BB-8FDE7096B05B}">
      <dgm:prSet/>
      <dgm:spPr/>
      <dgm:t>
        <a:bodyPr/>
        <a:lstStyle/>
        <a:p>
          <a:endParaRPr lang="en-AU"/>
        </a:p>
      </dgm:t>
    </dgm:pt>
    <dgm:pt modelId="{1D85AB95-7B1B-4053-B747-720D8B88EFAD}" type="sibTrans" cxnId="{B5AC47F1-BA1F-4145-B7BB-8FDE7096B05B}">
      <dgm:prSet/>
      <dgm:spPr/>
      <dgm:t>
        <a:bodyPr/>
        <a:lstStyle/>
        <a:p>
          <a:endParaRPr lang="en-AU"/>
        </a:p>
      </dgm:t>
    </dgm:pt>
    <dgm:pt modelId="{7AED458D-7FBE-40FE-8C2C-152BFD461E76}">
      <dgm:prSet/>
      <dgm:spPr>
        <a:solidFill>
          <a:schemeClr val="bg1">
            <a:lumMod val="85000"/>
          </a:schemeClr>
        </a:solidFill>
        <a:ln>
          <a:solidFill>
            <a:schemeClr val="bg1"/>
          </a:solidFill>
        </a:ln>
      </dgm:spPr>
      <dgm:t>
        <a:bodyPr/>
        <a:lstStyle/>
        <a:p>
          <a:r>
            <a:rPr lang="en-AU" b="0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Visual Walkthrough (Sample Dashboard)</a:t>
          </a:r>
        </a:p>
      </dgm:t>
    </dgm:pt>
    <dgm:pt modelId="{9A8ABC44-CDCA-4C9F-BBCB-7B522B7C7C61}" type="parTrans" cxnId="{99037112-182C-4BE3-AE76-D087FF09DEDC}">
      <dgm:prSet/>
      <dgm:spPr/>
      <dgm:t>
        <a:bodyPr/>
        <a:lstStyle/>
        <a:p>
          <a:endParaRPr lang="en-AU"/>
        </a:p>
      </dgm:t>
    </dgm:pt>
    <dgm:pt modelId="{18703457-32C9-4CF0-B6DC-64E421DCD496}" type="sibTrans" cxnId="{99037112-182C-4BE3-AE76-D087FF09DEDC}">
      <dgm:prSet/>
      <dgm:spPr/>
      <dgm:t>
        <a:bodyPr/>
        <a:lstStyle/>
        <a:p>
          <a:endParaRPr lang="en-AU"/>
        </a:p>
      </dgm:t>
    </dgm:pt>
    <dgm:pt modelId="{E3A44B3F-2511-4944-90F1-BD25C1F1B5F7}">
      <dgm:prSet/>
      <dgm:spPr>
        <a:solidFill>
          <a:schemeClr val="bg1">
            <a:lumMod val="85000"/>
          </a:schemeClr>
        </a:solidFill>
        <a:ln>
          <a:solidFill>
            <a:schemeClr val="bg1"/>
          </a:solidFill>
        </a:ln>
      </dgm:spPr>
      <dgm:t>
        <a:bodyPr/>
        <a:lstStyle/>
        <a:p>
          <a:r>
            <a:rPr lang="en-AU" b="0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Value Delivered to Secora</a:t>
          </a:r>
        </a:p>
      </dgm:t>
    </dgm:pt>
    <dgm:pt modelId="{6114E150-CB88-42BA-A7BC-688E29B96DCC}" type="parTrans" cxnId="{1C745C7B-7016-47AF-BC34-AE7297F30ADE}">
      <dgm:prSet/>
      <dgm:spPr/>
      <dgm:t>
        <a:bodyPr/>
        <a:lstStyle/>
        <a:p>
          <a:endParaRPr lang="en-AU"/>
        </a:p>
      </dgm:t>
    </dgm:pt>
    <dgm:pt modelId="{17554E49-4B88-4F62-9A64-2BE51DB30324}" type="sibTrans" cxnId="{1C745C7B-7016-47AF-BC34-AE7297F30ADE}">
      <dgm:prSet/>
      <dgm:spPr/>
      <dgm:t>
        <a:bodyPr/>
        <a:lstStyle/>
        <a:p>
          <a:endParaRPr lang="en-AU"/>
        </a:p>
      </dgm:t>
    </dgm:pt>
    <dgm:pt modelId="{56051EE8-BF4F-42D7-9282-2210D0B95DB2}">
      <dgm:prSet/>
      <dgm:spPr>
        <a:solidFill>
          <a:schemeClr val="bg1">
            <a:lumMod val="85000"/>
          </a:schemeClr>
        </a:solidFill>
        <a:ln>
          <a:solidFill>
            <a:schemeClr val="bg1"/>
          </a:solidFill>
        </a:ln>
      </dgm:spPr>
      <dgm:t>
        <a:bodyPr/>
        <a:lstStyle/>
        <a:p>
          <a:r>
            <a:rPr lang="en-AU" b="0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Validation &amp; Demo Feedback</a:t>
          </a:r>
        </a:p>
      </dgm:t>
    </dgm:pt>
    <dgm:pt modelId="{9E50DCD7-C46B-471F-8F10-411A1DE2B93A}" type="parTrans" cxnId="{69A11C48-42F7-4F01-B2E4-4139164D1030}">
      <dgm:prSet/>
      <dgm:spPr/>
      <dgm:t>
        <a:bodyPr/>
        <a:lstStyle/>
        <a:p>
          <a:endParaRPr lang="en-AU"/>
        </a:p>
      </dgm:t>
    </dgm:pt>
    <dgm:pt modelId="{8752361C-9E26-4912-AA86-57F06B4D07C0}" type="sibTrans" cxnId="{69A11C48-42F7-4F01-B2E4-4139164D1030}">
      <dgm:prSet/>
      <dgm:spPr/>
      <dgm:t>
        <a:bodyPr/>
        <a:lstStyle/>
        <a:p>
          <a:endParaRPr lang="en-AU"/>
        </a:p>
      </dgm:t>
    </dgm:pt>
    <dgm:pt modelId="{345B82C6-C3A8-4455-AED9-406B0A726BDB}">
      <dgm:prSet/>
      <dgm:spPr>
        <a:ln>
          <a:solidFill>
            <a:srgbClr val="FF0000"/>
          </a:solidFill>
        </a:ln>
      </dgm:spPr>
      <dgm:t>
        <a:bodyPr/>
        <a:lstStyle/>
        <a:p>
          <a:r>
            <a:rPr lang="en-AU" b="1" dirty="0">
              <a:solidFill>
                <a:srgbClr val="FFC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Reflection &amp; Learning</a:t>
          </a:r>
        </a:p>
      </dgm:t>
    </dgm:pt>
    <dgm:pt modelId="{FB436EFA-28C6-4484-84C5-98F7C4DD8311}" type="parTrans" cxnId="{ED112A92-B3FC-42BA-BB91-66BF69BB648A}">
      <dgm:prSet/>
      <dgm:spPr/>
      <dgm:t>
        <a:bodyPr/>
        <a:lstStyle/>
        <a:p>
          <a:endParaRPr lang="en-AU"/>
        </a:p>
      </dgm:t>
    </dgm:pt>
    <dgm:pt modelId="{CF412F56-9576-4BD5-88F3-A100EE1B4921}" type="sibTrans" cxnId="{ED112A92-B3FC-42BA-BB91-66BF69BB648A}">
      <dgm:prSet/>
      <dgm:spPr/>
      <dgm:t>
        <a:bodyPr/>
        <a:lstStyle/>
        <a:p>
          <a:endParaRPr lang="en-AU"/>
        </a:p>
      </dgm:t>
    </dgm:pt>
    <dgm:pt modelId="{3FCE90AA-7B78-4BDD-AB2F-536AB4ED1BFE}">
      <dgm:prSet/>
      <dgm:spPr>
        <a:solidFill>
          <a:schemeClr val="bg1">
            <a:lumMod val="85000"/>
          </a:schemeClr>
        </a:solidFill>
        <a:ln>
          <a:solidFill>
            <a:schemeClr val="bg1"/>
          </a:solidFill>
        </a:ln>
      </dgm:spPr>
      <dgm:t>
        <a:bodyPr/>
        <a:lstStyle/>
        <a:p>
          <a:r>
            <a:rPr lang="en-AU" b="0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Challenges &amp; Resolutions</a:t>
          </a:r>
        </a:p>
      </dgm:t>
    </dgm:pt>
    <dgm:pt modelId="{C78221D6-12ED-42DC-A355-A358CB5BDDE0}" type="parTrans" cxnId="{22D74AE6-01D4-4D3E-99FE-ABDD588E4B61}">
      <dgm:prSet/>
      <dgm:spPr/>
      <dgm:t>
        <a:bodyPr/>
        <a:lstStyle/>
        <a:p>
          <a:endParaRPr lang="en-AU"/>
        </a:p>
      </dgm:t>
    </dgm:pt>
    <dgm:pt modelId="{F37BDF86-6FAB-43BB-B97D-7A9CCF9C8B19}" type="sibTrans" cxnId="{22D74AE6-01D4-4D3E-99FE-ABDD588E4B61}">
      <dgm:prSet/>
      <dgm:spPr/>
      <dgm:t>
        <a:bodyPr/>
        <a:lstStyle/>
        <a:p>
          <a:endParaRPr lang="en-AU"/>
        </a:p>
      </dgm:t>
    </dgm:pt>
    <dgm:pt modelId="{EA778BBF-754E-4324-BFE2-D54C8434AA36}" type="pres">
      <dgm:prSet presAssocID="{74926388-AA5A-43DD-9904-283AAB7A1795}" presName="Name0" presStyleCnt="0">
        <dgm:presLayoutVars>
          <dgm:dir/>
          <dgm:animLvl val="lvl"/>
          <dgm:resizeHandles val="exact"/>
        </dgm:presLayoutVars>
      </dgm:prSet>
      <dgm:spPr/>
    </dgm:pt>
    <dgm:pt modelId="{3319C834-8582-432B-B32B-AE320A7286E9}" type="pres">
      <dgm:prSet presAssocID="{5E4EE46D-E710-48B4-A012-61A810D326C5}" presName="parTxOnly" presStyleLbl="node1" presStyleIdx="0" presStyleCnt="9">
        <dgm:presLayoutVars>
          <dgm:chMax val="0"/>
          <dgm:chPref val="0"/>
          <dgm:bulletEnabled val="1"/>
        </dgm:presLayoutVars>
      </dgm:prSet>
      <dgm:spPr/>
    </dgm:pt>
    <dgm:pt modelId="{B2C4C985-AEA8-4EB7-8609-E2EFABDFE5A6}" type="pres">
      <dgm:prSet presAssocID="{637C1F3D-AD5B-474E-90B2-C138DBE65A7F}" presName="parTxOnlySpace" presStyleCnt="0"/>
      <dgm:spPr/>
    </dgm:pt>
    <dgm:pt modelId="{873A084E-2B6A-429D-94BE-B8A2F93E59BD}" type="pres">
      <dgm:prSet presAssocID="{2BB1ADB2-5444-478E-A523-EE104BB6D7A5}" presName="parTxOnly" presStyleLbl="node1" presStyleIdx="1" presStyleCnt="9">
        <dgm:presLayoutVars>
          <dgm:chMax val="0"/>
          <dgm:chPref val="0"/>
          <dgm:bulletEnabled val="1"/>
        </dgm:presLayoutVars>
      </dgm:prSet>
      <dgm:spPr/>
    </dgm:pt>
    <dgm:pt modelId="{7B7EA429-F6A6-46F2-BA26-C8720C994114}" type="pres">
      <dgm:prSet presAssocID="{ED2E3B63-A5C1-4D90-9E1A-44C52AB6E09D}" presName="parTxOnlySpace" presStyleCnt="0"/>
      <dgm:spPr/>
    </dgm:pt>
    <dgm:pt modelId="{D60B580D-8CF1-49D4-B936-37A5041F6C2F}" type="pres">
      <dgm:prSet presAssocID="{9F995C28-A183-4214-A84F-B1C9250840F4}" presName="parTxOnly" presStyleLbl="node1" presStyleIdx="2" presStyleCnt="9">
        <dgm:presLayoutVars>
          <dgm:chMax val="0"/>
          <dgm:chPref val="0"/>
          <dgm:bulletEnabled val="1"/>
        </dgm:presLayoutVars>
      </dgm:prSet>
      <dgm:spPr/>
    </dgm:pt>
    <dgm:pt modelId="{56DE67C1-12AC-4537-B091-DD3CA434F618}" type="pres">
      <dgm:prSet presAssocID="{CBC28811-E029-47F2-B13E-0D01A81D0CD5}" presName="parTxOnlySpace" presStyleCnt="0"/>
      <dgm:spPr/>
    </dgm:pt>
    <dgm:pt modelId="{5B7CCF94-BFA4-4CDA-9E06-30CE5A77BB15}" type="pres">
      <dgm:prSet presAssocID="{645A83FE-D5F5-431D-A91C-20B6BEBFD24C}" presName="parTxOnly" presStyleLbl="node1" presStyleIdx="3" presStyleCnt="9">
        <dgm:presLayoutVars>
          <dgm:chMax val="0"/>
          <dgm:chPref val="0"/>
          <dgm:bulletEnabled val="1"/>
        </dgm:presLayoutVars>
      </dgm:prSet>
      <dgm:spPr/>
    </dgm:pt>
    <dgm:pt modelId="{7EA8DAA0-B55D-43E6-9C4C-83828E6BFB9E}" type="pres">
      <dgm:prSet presAssocID="{1D85AB95-7B1B-4053-B747-720D8B88EFAD}" presName="parTxOnlySpace" presStyleCnt="0"/>
      <dgm:spPr/>
    </dgm:pt>
    <dgm:pt modelId="{7DF2B565-0A8E-441A-BF4A-09FFA3B777CF}" type="pres">
      <dgm:prSet presAssocID="{7AED458D-7FBE-40FE-8C2C-152BFD461E76}" presName="parTxOnly" presStyleLbl="node1" presStyleIdx="4" presStyleCnt="9">
        <dgm:presLayoutVars>
          <dgm:chMax val="0"/>
          <dgm:chPref val="0"/>
          <dgm:bulletEnabled val="1"/>
        </dgm:presLayoutVars>
      </dgm:prSet>
      <dgm:spPr/>
    </dgm:pt>
    <dgm:pt modelId="{AA99DE5C-DA84-4517-856A-A8B4671DBC49}" type="pres">
      <dgm:prSet presAssocID="{18703457-32C9-4CF0-B6DC-64E421DCD496}" presName="parTxOnlySpace" presStyleCnt="0"/>
      <dgm:spPr/>
    </dgm:pt>
    <dgm:pt modelId="{B8574698-9433-420B-B19B-F4E8633AA23B}" type="pres">
      <dgm:prSet presAssocID="{56051EE8-BF4F-42D7-9282-2210D0B95DB2}" presName="parTxOnly" presStyleLbl="node1" presStyleIdx="5" presStyleCnt="9">
        <dgm:presLayoutVars>
          <dgm:chMax val="0"/>
          <dgm:chPref val="0"/>
          <dgm:bulletEnabled val="1"/>
        </dgm:presLayoutVars>
      </dgm:prSet>
      <dgm:spPr/>
    </dgm:pt>
    <dgm:pt modelId="{3CE66576-19CB-46E4-A098-35B9A47A0E08}" type="pres">
      <dgm:prSet presAssocID="{8752361C-9E26-4912-AA86-57F06B4D07C0}" presName="parTxOnlySpace" presStyleCnt="0"/>
      <dgm:spPr/>
    </dgm:pt>
    <dgm:pt modelId="{3DA55AF3-A82A-467D-96D8-9100C08F33A4}" type="pres">
      <dgm:prSet presAssocID="{E3A44B3F-2511-4944-90F1-BD25C1F1B5F7}" presName="parTxOnly" presStyleLbl="node1" presStyleIdx="6" presStyleCnt="9">
        <dgm:presLayoutVars>
          <dgm:chMax val="0"/>
          <dgm:chPref val="0"/>
          <dgm:bulletEnabled val="1"/>
        </dgm:presLayoutVars>
      </dgm:prSet>
      <dgm:spPr/>
    </dgm:pt>
    <dgm:pt modelId="{44DDEBAB-4643-4DE8-9CB8-C0167936A168}" type="pres">
      <dgm:prSet presAssocID="{17554E49-4B88-4F62-9A64-2BE51DB30324}" presName="parTxOnlySpace" presStyleCnt="0"/>
      <dgm:spPr/>
    </dgm:pt>
    <dgm:pt modelId="{FC35096E-F26F-427A-8919-F8867DF23A0D}" type="pres">
      <dgm:prSet presAssocID="{3FCE90AA-7B78-4BDD-AB2F-536AB4ED1BFE}" presName="parTxOnly" presStyleLbl="node1" presStyleIdx="7" presStyleCnt="9">
        <dgm:presLayoutVars>
          <dgm:chMax val="0"/>
          <dgm:chPref val="0"/>
          <dgm:bulletEnabled val="1"/>
        </dgm:presLayoutVars>
      </dgm:prSet>
      <dgm:spPr/>
    </dgm:pt>
    <dgm:pt modelId="{8444F144-E745-46BB-A41C-D40A41A98020}" type="pres">
      <dgm:prSet presAssocID="{F37BDF86-6FAB-43BB-B97D-7A9CCF9C8B19}" presName="parTxOnlySpace" presStyleCnt="0"/>
      <dgm:spPr/>
    </dgm:pt>
    <dgm:pt modelId="{1C03E8E1-5A22-4F31-9843-0BF10B12B0A0}" type="pres">
      <dgm:prSet presAssocID="{345B82C6-C3A8-4455-AED9-406B0A726BDB}" presName="parTxOnly" presStyleLbl="node1" presStyleIdx="8" presStyleCnt="9">
        <dgm:presLayoutVars>
          <dgm:chMax val="0"/>
          <dgm:chPref val="0"/>
          <dgm:bulletEnabled val="1"/>
        </dgm:presLayoutVars>
      </dgm:prSet>
      <dgm:spPr/>
    </dgm:pt>
  </dgm:ptLst>
  <dgm:cxnLst>
    <dgm:cxn modelId="{2927E00B-832B-46D5-A7DF-9B0EF220F0A6}" type="presOf" srcId="{645A83FE-D5F5-431D-A91C-20B6BEBFD24C}" destId="{5B7CCF94-BFA4-4CDA-9E06-30CE5A77BB15}" srcOrd="0" destOrd="0" presId="urn:microsoft.com/office/officeart/2005/8/layout/chevron1"/>
    <dgm:cxn modelId="{B7D57F10-CB86-415F-A524-D62297A7E3E9}" srcId="{74926388-AA5A-43DD-9904-283AAB7A1795}" destId="{2BB1ADB2-5444-478E-A523-EE104BB6D7A5}" srcOrd="1" destOrd="0" parTransId="{4826607E-FB1B-417D-BBFC-695A5831E6A6}" sibTransId="{ED2E3B63-A5C1-4D90-9E1A-44C52AB6E09D}"/>
    <dgm:cxn modelId="{99037112-182C-4BE3-AE76-D087FF09DEDC}" srcId="{74926388-AA5A-43DD-9904-283AAB7A1795}" destId="{7AED458D-7FBE-40FE-8C2C-152BFD461E76}" srcOrd="4" destOrd="0" parTransId="{9A8ABC44-CDCA-4C9F-BBCB-7B522B7C7C61}" sibTransId="{18703457-32C9-4CF0-B6DC-64E421DCD496}"/>
    <dgm:cxn modelId="{C8D6A619-17C3-4E32-8506-29B2EC588D1B}" type="presOf" srcId="{E3A44B3F-2511-4944-90F1-BD25C1F1B5F7}" destId="{3DA55AF3-A82A-467D-96D8-9100C08F33A4}" srcOrd="0" destOrd="0" presId="urn:microsoft.com/office/officeart/2005/8/layout/chevron1"/>
    <dgm:cxn modelId="{84AA4926-12C1-445A-940C-90A867C358A7}" type="presOf" srcId="{5E4EE46D-E710-48B4-A012-61A810D326C5}" destId="{3319C834-8582-432B-B32B-AE320A7286E9}" srcOrd="0" destOrd="0" presId="urn:microsoft.com/office/officeart/2005/8/layout/chevron1"/>
    <dgm:cxn modelId="{39FB9144-9618-416C-A257-0AED8615C188}" type="presOf" srcId="{3FCE90AA-7B78-4BDD-AB2F-536AB4ED1BFE}" destId="{FC35096E-F26F-427A-8919-F8867DF23A0D}" srcOrd="0" destOrd="0" presId="urn:microsoft.com/office/officeart/2005/8/layout/chevron1"/>
    <dgm:cxn modelId="{69A11C48-42F7-4F01-B2E4-4139164D1030}" srcId="{74926388-AA5A-43DD-9904-283AAB7A1795}" destId="{56051EE8-BF4F-42D7-9282-2210D0B95DB2}" srcOrd="5" destOrd="0" parTransId="{9E50DCD7-C46B-471F-8F10-411A1DE2B93A}" sibTransId="{8752361C-9E26-4912-AA86-57F06B4D07C0}"/>
    <dgm:cxn modelId="{7ADCAB59-4B58-44C2-959D-96A09B364AA2}" type="presOf" srcId="{74926388-AA5A-43DD-9904-283AAB7A1795}" destId="{EA778BBF-754E-4324-BFE2-D54C8434AA36}" srcOrd="0" destOrd="0" presId="urn:microsoft.com/office/officeart/2005/8/layout/chevron1"/>
    <dgm:cxn modelId="{1C745C7B-7016-47AF-BC34-AE7297F30ADE}" srcId="{74926388-AA5A-43DD-9904-283AAB7A1795}" destId="{E3A44B3F-2511-4944-90F1-BD25C1F1B5F7}" srcOrd="6" destOrd="0" parTransId="{6114E150-CB88-42BA-A7BC-688E29B96DCC}" sibTransId="{17554E49-4B88-4F62-9A64-2BE51DB30324}"/>
    <dgm:cxn modelId="{EE1B5A7B-F003-4449-AB1D-D72D2FD439D4}" type="presOf" srcId="{56051EE8-BF4F-42D7-9282-2210D0B95DB2}" destId="{B8574698-9433-420B-B19B-F4E8633AA23B}" srcOrd="0" destOrd="0" presId="urn:microsoft.com/office/officeart/2005/8/layout/chevron1"/>
    <dgm:cxn modelId="{4F9C398E-E0E0-4874-BF75-843411B2FC49}" type="presOf" srcId="{2BB1ADB2-5444-478E-A523-EE104BB6D7A5}" destId="{873A084E-2B6A-429D-94BE-B8A2F93E59BD}" srcOrd="0" destOrd="0" presId="urn:microsoft.com/office/officeart/2005/8/layout/chevron1"/>
    <dgm:cxn modelId="{ED112A92-B3FC-42BA-BB91-66BF69BB648A}" srcId="{74926388-AA5A-43DD-9904-283AAB7A1795}" destId="{345B82C6-C3A8-4455-AED9-406B0A726BDB}" srcOrd="8" destOrd="0" parTransId="{FB436EFA-28C6-4484-84C5-98F7C4DD8311}" sibTransId="{CF412F56-9576-4BD5-88F3-A100EE1B4921}"/>
    <dgm:cxn modelId="{B91D85B9-5884-42A3-A276-371CC276AE4E}" type="presOf" srcId="{7AED458D-7FBE-40FE-8C2C-152BFD461E76}" destId="{7DF2B565-0A8E-441A-BF4A-09FFA3B777CF}" srcOrd="0" destOrd="0" presId="urn:microsoft.com/office/officeart/2005/8/layout/chevron1"/>
    <dgm:cxn modelId="{AC0D79BD-51AA-497C-BAA2-9F454E28E3F1}" srcId="{74926388-AA5A-43DD-9904-283AAB7A1795}" destId="{5E4EE46D-E710-48B4-A012-61A810D326C5}" srcOrd="0" destOrd="0" parTransId="{D6E90C6E-184A-45DF-B0AF-C3560A97651B}" sibTransId="{637C1F3D-AD5B-474E-90B2-C138DBE65A7F}"/>
    <dgm:cxn modelId="{5FC3E5C4-F3E0-4CA0-A4E1-C95D9FE07F9B}" srcId="{74926388-AA5A-43DD-9904-283AAB7A1795}" destId="{9F995C28-A183-4214-A84F-B1C9250840F4}" srcOrd="2" destOrd="0" parTransId="{CDF14534-CA9F-4E29-A27E-316AA69D79A7}" sibTransId="{CBC28811-E029-47F2-B13E-0D01A81D0CD5}"/>
    <dgm:cxn modelId="{8AB4F8CF-1DD1-438A-B506-C86CE4488411}" type="presOf" srcId="{345B82C6-C3A8-4455-AED9-406B0A726BDB}" destId="{1C03E8E1-5A22-4F31-9843-0BF10B12B0A0}" srcOrd="0" destOrd="0" presId="urn:microsoft.com/office/officeart/2005/8/layout/chevron1"/>
    <dgm:cxn modelId="{8D5051E1-9A5D-406D-BC22-801D22814B9E}" type="presOf" srcId="{9F995C28-A183-4214-A84F-B1C9250840F4}" destId="{D60B580D-8CF1-49D4-B936-37A5041F6C2F}" srcOrd="0" destOrd="0" presId="urn:microsoft.com/office/officeart/2005/8/layout/chevron1"/>
    <dgm:cxn modelId="{22D74AE6-01D4-4D3E-99FE-ABDD588E4B61}" srcId="{74926388-AA5A-43DD-9904-283AAB7A1795}" destId="{3FCE90AA-7B78-4BDD-AB2F-536AB4ED1BFE}" srcOrd="7" destOrd="0" parTransId="{C78221D6-12ED-42DC-A355-A358CB5BDDE0}" sibTransId="{F37BDF86-6FAB-43BB-B97D-7A9CCF9C8B19}"/>
    <dgm:cxn modelId="{B5AC47F1-BA1F-4145-B7BB-8FDE7096B05B}" srcId="{74926388-AA5A-43DD-9904-283AAB7A1795}" destId="{645A83FE-D5F5-431D-A91C-20B6BEBFD24C}" srcOrd="3" destOrd="0" parTransId="{AB383FA7-9D4C-4DE7-9E50-983F7C34938E}" sibTransId="{1D85AB95-7B1B-4053-B747-720D8B88EFAD}"/>
    <dgm:cxn modelId="{30F2C527-534B-4D8B-9BA8-E9E9A5D852AF}" type="presParOf" srcId="{EA778BBF-754E-4324-BFE2-D54C8434AA36}" destId="{3319C834-8582-432B-B32B-AE320A7286E9}" srcOrd="0" destOrd="0" presId="urn:microsoft.com/office/officeart/2005/8/layout/chevron1"/>
    <dgm:cxn modelId="{00B85E87-7584-40EB-92C5-5E6294CEBE55}" type="presParOf" srcId="{EA778BBF-754E-4324-BFE2-D54C8434AA36}" destId="{B2C4C985-AEA8-4EB7-8609-E2EFABDFE5A6}" srcOrd="1" destOrd="0" presId="urn:microsoft.com/office/officeart/2005/8/layout/chevron1"/>
    <dgm:cxn modelId="{ACAE4FB4-75C3-4C80-9BCD-F9B75BD225FC}" type="presParOf" srcId="{EA778BBF-754E-4324-BFE2-D54C8434AA36}" destId="{873A084E-2B6A-429D-94BE-B8A2F93E59BD}" srcOrd="2" destOrd="0" presId="urn:microsoft.com/office/officeart/2005/8/layout/chevron1"/>
    <dgm:cxn modelId="{BE448434-715A-45FF-80AC-BC441CE90DF0}" type="presParOf" srcId="{EA778BBF-754E-4324-BFE2-D54C8434AA36}" destId="{7B7EA429-F6A6-46F2-BA26-C8720C994114}" srcOrd="3" destOrd="0" presId="urn:microsoft.com/office/officeart/2005/8/layout/chevron1"/>
    <dgm:cxn modelId="{8313C1FB-D529-49C6-927A-095D23A60F3B}" type="presParOf" srcId="{EA778BBF-754E-4324-BFE2-D54C8434AA36}" destId="{D60B580D-8CF1-49D4-B936-37A5041F6C2F}" srcOrd="4" destOrd="0" presId="urn:microsoft.com/office/officeart/2005/8/layout/chevron1"/>
    <dgm:cxn modelId="{A824FDAD-3165-4B6F-B401-57FCF5E178E0}" type="presParOf" srcId="{EA778BBF-754E-4324-BFE2-D54C8434AA36}" destId="{56DE67C1-12AC-4537-B091-DD3CA434F618}" srcOrd="5" destOrd="0" presId="urn:microsoft.com/office/officeart/2005/8/layout/chevron1"/>
    <dgm:cxn modelId="{FBF81E2A-2D7E-4DED-B949-8531A78B0138}" type="presParOf" srcId="{EA778BBF-754E-4324-BFE2-D54C8434AA36}" destId="{5B7CCF94-BFA4-4CDA-9E06-30CE5A77BB15}" srcOrd="6" destOrd="0" presId="urn:microsoft.com/office/officeart/2005/8/layout/chevron1"/>
    <dgm:cxn modelId="{B92EC218-7D73-48E6-A0E1-E0623B3A4682}" type="presParOf" srcId="{EA778BBF-754E-4324-BFE2-D54C8434AA36}" destId="{7EA8DAA0-B55D-43E6-9C4C-83828E6BFB9E}" srcOrd="7" destOrd="0" presId="urn:microsoft.com/office/officeart/2005/8/layout/chevron1"/>
    <dgm:cxn modelId="{0F4515CF-17DE-4C5D-A615-EE474115B0B2}" type="presParOf" srcId="{EA778BBF-754E-4324-BFE2-D54C8434AA36}" destId="{7DF2B565-0A8E-441A-BF4A-09FFA3B777CF}" srcOrd="8" destOrd="0" presId="urn:microsoft.com/office/officeart/2005/8/layout/chevron1"/>
    <dgm:cxn modelId="{CAD06C36-4B61-48B0-8C7D-F8360E437A3A}" type="presParOf" srcId="{EA778BBF-754E-4324-BFE2-D54C8434AA36}" destId="{AA99DE5C-DA84-4517-856A-A8B4671DBC49}" srcOrd="9" destOrd="0" presId="urn:microsoft.com/office/officeart/2005/8/layout/chevron1"/>
    <dgm:cxn modelId="{7CAC5F4B-4A4C-495A-B897-097FEF491B12}" type="presParOf" srcId="{EA778BBF-754E-4324-BFE2-D54C8434AA36}" destId="{B8574698-9433-420B-B19B-F4E8633AA23B}" srcOrd="10" destOrd="0" presId="urn:microsoft.com/office/officeart/2005/8/layout/chevron1"/>
    <dgm:cxn modelId="{D5FCF670-4C48-4956-8FAE-07C004428AC7}" type="presParOf" srcId="{EA778BBF-754E-4324-BFE2-D54C8434AA36}" destId="{3CE66576-19CB-46E4-A098-35B9A47A0E08}" srcOrd="11" destOrd="0" presId="urn:microsoft.com/office/officeart/2005/8/layout/chevron1"/>
    <dgm:cxn modelId="{56BB13B2-3D57-4D18-95ED-8053C742414B}" type="presParOf" srcId="{EA778BBF-754E-4324-BFE2-D54C8434AA36}" destId="{3DA55AF3-A82A-467D-96D8-9100C08F33A4}" srcOrd="12" destOrd="0" presId="urn:microsoft.com/office/officeart/2005/8/layout/chevron1"/>
    <dgm:cxn modelId="{EC17C40F-1302-4995-BBFA-084932020A14}" type="presParOf" srcId="{EA778BBF-754E-4324-BFE2-D54C8434AA36}" destId="{44DDEBAB-4643-4DE8-9CB8-C0167936A168}" srcOrd="13" destOrd="0" presId="urn:microsoft.com/office/officeart/2005/8/layout/chevron1"/>
    <dgm:cxn modelId="{311AE130-5374-4311-8C17-4A23D80E65BA}" type="presParOf" srcId="{EA778BBF-754E-4324-BFE2-D54C8434AA36}" destId="{FC35096E-F26F-427A-8919-F8867DF23A0D}" srcOrd="14" destOrd="0" presId="urn:microsoft.com/office/officeart/2005/8/layout/chevron1"/>
    <dgm:cxn modelId="{99F1E3D2-7AF3-40BA-AEB5-F43EB9C309E2}" type="presParOf" srcId="{EA778BBF-754E-4324-BFE2-D54C8434AA36}" destId="{8444F144-E745-46BB-A41C-D40A41A98020}" srcOrd="15" destOrd="0" presId="urn:microsoft.com/office/officeart/2005/8/layout/chevron1"/>
    <dgm:cxn modelId="{49EF107B-0FEA-454B-B1AC-51028D00A62C}" type="presParOf" srcId="{EA778BBF-754E-4324-BFE2-D54C8434AA36}" destId="{1C03E8E1-5A22-4F31-9843-0BF10B12B0A0}" srcOrd="16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319C834-8582-432B-B32B-AE320A7286E9}">
      <dsp:nvSpPr>
        <dsp:cNvPr id="0" name=""/>
        <dsp:cNvSpPr/>
      </dsp:nvSpPr>
      <dsp:spPr>
        <a:xfrm>
          <a:off x="162" y="224875"/>
          <a:ext cx="1618823" cy="647529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rgbClr val="FF0000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100" b="1" kern="1200" dirty="0">
              <a:solidFill>
                <a:srgbClr val="FFC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Project Background &amp; Problem Statement</a:t>
          </a:r>
        </a:p>
      </dsp:txBody>
      <dsp:txXfrm>
        <a:off x="323927" y="224875"/>
        <a:ext cx="971294" cy="647529"/>
      </dsp:txXfrm>
    </dsp:sp>
    <dsp:sp modelId="{873A084E-2B6A-429D-94BE-B8A2F93E59BD}">
      <dsp:nvSpPr>
        <dsp:cNvPr id="0" name=""/>
        <dsp:cNvSpPr/>
      </dsp:nvSpPr>
      <dsp:spPr>
        <a:xfrm>
          <a:off x="1457102" y="224875"/>
          <a:ext cx="1618823" cy="647529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100" kern="1200" noProof="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Methodology &amp; Approach</a:t>
          </a:r>
          <a:endParaRPr lang="en-AU" sz="1100" kern="1200" dirty="0">
            <a:solidFill>
              <a:schemeClr val="bg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1780867" y="224875"/>
        <a:ext cx="971294" cy="647529"/>
      </dsp:txXfrm>
    </dsp:sp>
    <dsp:sp modelId="{D60B580D-8CF1-49D4-B936-37A5041F6C2F}">
      <dsp:nvSpPr>
        <dsp:cNvPr id="0" name=""/>
        <dsp:cNvSpPr/>
      </dsp:nvSpPr>
      <dsp:spPr>
        <a:xfrm>
          <a:off x="2914043" y="224875"/>
          <a:ext cx="1618823" cy="647529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100" kern="1200" noProof="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Justification of Techniques</a:t>
          </a:r>
          <a:endParaRPr lang="en-AU" sz="1100" kern="1200" dirty="0">
            <a:solidFill>
              <a:schemeClr val="bg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3237808" y="224875"/>
        <a:ext cx="971294" cy="647529"/>
      </dsp:txXfrm>
    </dsp:sp>
    <dsp:sp modelId="{5B7CCF94-BFA4-4CDA-9E06-30CE5A77BB15}">
      <dsp:nvSpPr>
        <dsp:cNvPr id="0" name=""/>
        <dsp:cNvSpPr/>
      </dsp:nvSpPr>
      <dsp:spPr>
        <a:xfrm>
          <a:off x="4370984" y="224875"/>
          <a:ext cx="1618823" cy="647529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100" kern="1200" noProof="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Architecture Consistency &amp; Design</a:t>
          </a:r>
          <a:endParaRPr lang="en-AU" sz="1100" kern="1200" dirty="0">
            <a:solidFill>
              <a:schemeClr val="bg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4694749" y="224875"/>
        <a:ext cx="971294" cy="647529"/>
      </dsp:txXfrm>
    </dsp:sp>
    <dsp:sp modelId="{7DF2B565-0A8E-441A-BF4A-09FFA3B777CF}">
      <dsp:nvSpPr>
        <dsp:cNvPr id="0" name=""/>
        <dsp:cNvSpPr/>
      </dsp:nvSpPr>
      <dsp:spPr>
        <a:xfrm>
          <a:off x="5827925" y="224875"/>
          <a:ext cx="1618823" cy="647529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100" kern="1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Visual Walkthrough (Sample Dashboard)</a:t>
          </a:r>
        </a:p>
      </dsp:txBody>
      <dsp:txXfrm>
        <a:off x="6151690" y="224875"/>
        <a:ext cx="971294" cy="647529"/>
      </dsp:txXfrm>
    </dsp:sp>
    <dsp:sp modelId="{B8574698-9433-420B-B19B-F4E8633AA23B}">
      <dsp:nvSpPr>
        <dsp:cNvPr id="0" name=""/>
        <dsp:cNvSpPr/>
      </dsp:nvSpPr>
      <dsp:spPr>
        <a:xfrm>
          <a:off x="7284866" y="224875"/>
          <a:ext cx="1618823" cy="647529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100" kern="1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Validation &amp; Demo Feedback</a:t>
          </a:r>
        </a:p>
      </dsp:txBody>
      <dsp:txXfrm>
        <a:off x="7608631" y="224875"/>
        <a:ext cx="971294" cy="647529"/>
      </dsp:txXfrm>
    </dsp:sp>
    <dsp:sp modelId="{3DA55AF3-A82A-467D-96D8-9100C08F33A4}">
      <dsp:nvSpPr>
        <dsp:cNvPr id="0" name=""/>
        <dsp:cNvSpPr/>
      </dsp:nvSpPr>
      <dsp:spPr>
        <a:xfrm>
          <a:off x="8741807" y="224875"/>
          <a:ext cx="1618823" cy="647529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100" kern="1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Value Delivered to Secora</a:t>
          </a:r>
        </a:p>
      </dsp:txBody>
      <dsp:txXfrm>
        <a:off x="9065572" y="224875"/>
        <a:ext cx="971294" cy="647529"/>
      </dsp:txXfrm>
    </dsp:sp>
    <dsp:sp modelId="{2D0AA99B-84E4-4CB0-9D91-6C1A8BA07DCD}">
      <dsp:nvSpPr>
        <dsp:cNvPr id="0" name=""/>
        <dsp:cNvSpPr/>
      </dsp:nvSpPr>
      <dsp:spPr>
        <a:xfrm>
          <a:off x="10198748" y="224875"/>
          <a:ext cx="1618823" cy="647529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1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Challenges &amp; Resolutions</a:t>
          </a:r>
        </a:p>
      </dsp:txBody>
      <dsp:txXfrm>
        <a:off x="10522513" y="224875"/>
        <a:ext cx="971294" cy="647529"/>
      </dsp:txXfrm>
    </dsp:sp>
    <dsp:sp modelId="{1C03E8E1-5A22-4F31-9843-0BF10B12B0A0}">
      <dsp:nvSpPr>
        <dsp:cNvPr id="0" name=""/>
        <dsp:cNvSpPr/>
      </dsp:nvSpPr>
      <dsp:spPr>
        <a:xfrm>
          <a:off x="11655689" y="224875"/>
          <a:ext cx="1618823" cy="647529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100" kern="1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Reflection &amp; Learning</a:t>
          </a:r>
        </a:p>
      </dsp:txBody>
      <dsp:txXfrm>
        <a:off x="11979454" y="224875"/>
        <a:ext cx="971294" cy="647529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319C834-8582-432B-B32B-AE320A7286E9}">
      <dsp:nvSpPr>
        <dsp:cNvPr id="0" name=""/>
        <dsp:cNvSpPr/>
      </dsp:nvSpPr>
      <dsp:spPr>
        <a:xfrm>
          <a:off x="162" y="224875"/>
          <a:ext cx="1618823" cy="647529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rgbClr val="FF0000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100" b="1" kern="1200" dirty="0">
              <a:solidFill>
                <a:srgbClr val="FFC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Project Background &amp; Problem Statement</a:t>
          </a:r>
        </a:p>
      </dsp:txBody>
      <dsp:txXfrm>
        <a:off x="323927" y="224875"/>
        <a:ext cx="971294" cy="647529"/>
      </dsp:txXfrm>
    </dsp:sp>
    <dsp:sp modelId="{873A084E-2B6A-429D-94BE-B8A2F93E59BD}">
      <dsp:nvSpPr>
        <dsp:cNvPr id="0" name=""/>
        <dsp:cNvSpPr/>
      </dsp:nvSpPr>
      <dsp:spPr>
        <a:xfrm>
          <a:off x="1457102" y="224875"/>
          <a:ext cx="1618823" cy="647529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100" kern="1200" noProof="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Methodology &amp; Approach</a:t>
          </a:r>
          <a:endParaRPr lang="en-AU" sz="1100" kern="1200" dirty="0">
            <a:solidFill>
              <a:schemeClr val="bg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1780867" y="224875"/>
        <a:ext cx="971294" cy="647529"/>
      </dsp:txXfrm>
    </dsp:sp>
    <dsp:sp modelId="{D60B580D-8CF1-49D4-B936-37A5041F6C2F}">
      <dsp:nvSpPr>
        <dsp:cNvPr id="0" name=""/>
        <dsp:cNvSpPr/>
      </dsp:nvSpPr>
      <dsp:spPr>
        <a:xfrm>
          <a:off x="2914043" y="224875"/>
          <a:ext cx="1618823" cy="647529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100" kern="1200" noProof="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Justification of Techniques</a:t>
          </a:r>
          <a:endParaRPr lang="en-AU" sz="1100" kern="1200" dirty="0">
            <a:solidFill>
              <a:schemeClr val="bg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3237808" y="224875"/>
        <a:ext cx="971294" cy="647529"/>
      </dsp:txXfrm>
    </dsp:sp>
    <dsp:sp modelId="{5B7CCF94-BFA4-4CDA-9E06-30CE5A77BB15}">
      <dsp:nvSpPr>
        <dsp:cNvPr id="0" name=""/>
        <dsp:cNvSpPr/>
      </dsp:nvSpPr>
      <dsp:spPr>
        <a:xfrm>
          <a:off x="4370984" y="224875"/>
          <a:ext cx="1618823" cy="647529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100" kern="1200" noProof="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Architecture Consistency &amp; Design</a:t>
          </a:r>
          <a:endParaRPr lang="en-AU" sz="1100" kern="1200" dirty="0">
            <a:solidFill>
              <a:schemeClr val="bg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4694749" y="224875"/>
        <a:ext cx="971294" cy="647529"/>
      </dsp:txXfrm>
    </dsp:sp>
    <dsp:sp modelId="{7DF2B565-0A8E-441A-BF4A-09FFA3B777CF}">
      <dsp:nvSpPr>
        <dsp:cNvPr id="0" name=""/>
        <dsp:cNvSpPr/>
      </dsp:nvSpPr>
      <dsp:spPr>
        <a:xfrm>
          <a:off x="5827925" y="224875"/>
          <a:ext cx="1618823" cy="647529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100" kern="1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Visual Walkthrough (Sample Dashboard)</a:t>
          </a:r>
        </a:p>
      </dsp:txBody>
      <dsp:txXfrm>
        <a:off x="6151690" y="224875"/>
        <a:ext cx="971294" cy="647529"/>
      </dsp:txXfrm>
    </dsp:sp>
    <dsp:sp modelId="{B8574698-9433-420B-B19B-F4E8633AA23B}">
      <dsp:nvSpPr>
        <dsp:cNvPr id="0" name=""/>
        <dsp:cNvSpPr/>
      </dsp:nvSpPr>
      <dsp:spPr>
        <a:xfrm>
          <a:off x="7284866" y="224875"/>
          <a:ext cx="1618823" cy="647529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100" kern="1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Validation &amp; Demo Feedback</a:t>
          </a:r>
        </a:p>
      </dsp:txBody>
      <dsp:txXfrm>
        <a:off x="7608631" y="224875"/>
        <a:ext cx="971294" cy="647529"/>
      </dsp:txXfrm>
    </dsp:sp>
    <dsp:sp modelId="{3DA55AF3-A82A-467D-96D8-9100C08F33A4}">
      <dsp:nvSpPr>
        <dsp:cNvPr id="0" name=""/>
        <dsp:cNvSpPr/>
      </dsp:nvSpPr>
      <dsp:spPr>
        <a:xfrm>
          <a:off x="8741807" y="224875"/>
          <a:ext cx="1618823" cy="647529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100" kern="1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Value Delivered to Secora</a:t>
          </a:r>
        </a:p>
      </dsp:txBody>
      <dsp:txXfrm>
        <a:off x="9065572" y="224875"/>
        <a:ext cx="971294" cy="647529"/>
      </dsp:txXfrm>
    </dsp:sp>
    <dsp:sp modelId="{D798ED66-05C2-4DD9-BA84-D3E6EF1852EF}">
      <dsp:nvSpPr>
        <dsp:cNvPr id="0" name=""/>
        <dsp:cNvSpPr/>
      </dsp:nvSpPr>
      <dsp:spPr>
        <a:xfrm>
          <a:off x="10198748" y="224875"/>
          <a:ext cx="1618823" cy="647529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100" kern="1200">
              <a:latin typeface="Times New Roman" panose="02020603050405020304" pitchFamily="18" charset="0"/>
              <a:cs typeface="Times New Roman" panose="02020603050405020304" pitchFamily="18" charset="0"/>
            </a:rPr>
            <a:t>Challenges &amp; Resolutions</a:t>
          </a:r>
        </a:p>
      </dsp:txBody>
      <dsp:txXfrm>
        <a:off x="10522513" y="224875"/>
        <a:ext cx="971294" cy="647529"/>
      </dsp:txXfrm>
    </dsp:sp>
    <dsp:sp modelId="{1C03E8E1-5A22-4F31-9843-0BF10B12B0A0}">
      <dsp:nvSpPr>
        <dsp:cNvPr id="0" name=""/>
        <dsp:cNvSpPr/>
      </dsp:nvSpPr>
      <dsp:spPr>
        <a:xfrm>
          <a:off x="11655689" y="224875"/>
          <a:ext cx="1618823" cy="647529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100" kern="1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Reflection &amp; Learning</a:t>
          </a:r>
        </a:p>
      </dsp:txBody>
      <dsp:txXfrm>
        <a:off x="11979454" y="224875"/>
        <a:ext cx="971294" cy="647529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319C834-8582-432B-B32B-AE320A7286E9}">
      <dsp:nvSpPr>
        <dsp:cNvPr id="0" name=""/>
        <dsp:cNvSpPr/>
      </dsp:nvSpPr>
      <dsp:spPr>
        <a:xfrm>
          <a:off x="162" y="224875"/>
          <a:ext cx="1618823" cy="647529"/>
        </a:xfrm>
        <a:prstGeom prst="chevron">
          <a:avLst/>
        </a:prstGeom>
        <a:solidFill>
          <a:schemeClr val="bg1">
            <a:lumMod val="8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100" kern="1200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Project Background &amp; Problem Statement</a:t>
          </a:r>
        </a:p>
      </dsp:txBody>
      <dsp:txXfrm>
        <a:off x="323927" y="224875"/>
        <a:ext cx="971294" cy="647529"/>
      </dsp:txXfrm>
    </dsp:sp>
    <dsp:sp modelId="{873A084E-2B6A-429D-94BE-B8A2F93E59BD}">
      <dsp:nvSpPr>
        <dsp:cNvPr id="0" name=""/>
        <dsp:cNvSpPr/>
      </dsp:nvSpPr>
      <dsp:spPr>
        <a:xfrm>
          <a:off x="1457102" y="224875"/>
          <a:ext cx="1618823" cy="647529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rgbClr val="FF0000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100" b="1" kern="1200" noProof="0" dirty="0">
              <a:solidFill>
                <a:srgbClr val="FFC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Methodology &amp; Approach</a:t>
          </a:r>
          <a:endParaRPr lang="en-AU" sz="1100" b="1" kern="1200" dirty="0">
            <a:solidFill>
              <a:srgbClr val="FFC000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1780867" y="224875"/>
        <a:ext cx="971294" cy="647529"/>
      </dsp:txXfrm>
    </dsp:sp>
    <dsp:sp modelId="{D60B580D-8CF1-49D4-B936-37A5041F6C2F}">
      <dsp:nvSpPr>
        <dsp:cNvPr id="0" name=""/>
        <dsp:cNvSpPr/>
      </dsp:nvSpPr>
      <dsp:spPr>
        <a:xfrm>
          <a:off x="2914043" y="224875"/>
          <a:ext cx="1618823" cy="647529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100" kern="1200" noProof="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Justification of Techniques</a:t>
          </a:r>
          <a:endParaRPr lang="en-AU" sz="1100" kern="1200" dirty="0">
            <a:solidFill>
              <a:schemeClr val="bg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3237808" y="224875"/>
        <a:ext cx="971294" cy="647529"/>
      </dsp:txXfrm>
    </dsp:sp>
    <dsp:sp modelId="{5B7CCF94-BFA4-4CDA-9E06-30CE5A77BB15}">
      <dsp:nvSpPr>
        <dsp:cNvPr id="0" name=""/>
        <dsp:cNvSpPr/>
      </dsp:nvSpPr>
      <dsp:spPr>
        <a:xfrm>
          <a:off x="4370984" y="224875"/>
          <a:ext cx="1618823" cy="647529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100" kern="1200" noProof="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Architecture Consistency &amp; Design</a:t>
          </a:r>
          <a:endParaRPr lang="en-AU" sz="1100" kern="1200" dirty="0">
            <a:solidFill>
              <a:schemeClr val="bg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4694749" y="224875"/>
        <a:ext cx="971294" cy="647529"/>
      </dsp:txXfrm>
    </dsp:sp>
    <dsp:sp modelId="{7DF2B565-0A8E-441A-BF4A-09FFA3B777CF}">
      <dsp:nvSpPr>
        <dsp:cNvPr id="0" name=""/>
        <dsp:cNvSpPr/>
      </dsp:nvSpPr>
      <dsp:spPr>
        <a:xfrm>
          <a:off x="5827925" y="224875"/>
          <a:ext cx="1618823" cy="647529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100" kern="1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Visual Walkthrough (Sample Dashboard)</a:t>
          </a:r>
        </a:p>
      </dsp:txBody>
      <dsp:txXfrm>
        <a:off x="6151690" y="224875"/>
        <a:ext cx="971294" cy="647529"/>
      </dsp:txXfrm>
    </dsp:sp>
    <dsp:sp modelId="{B8574698-9433-420B-B19B-F4E8633AA23B}">
      <dsp:nvSpPr>
        <dsp:cNvPr id="0" name=""/>
        <dsp:cNvSpPr/>
      </dsp:nvSpPr>
      <dsp:spPr>
        <a:xfrm>
          <a:off x="7284866" y="224875"/>
          <a:ext cx="1618823" cy="647529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100" kern="1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Validation &amp; Demo Feedback</a:t>
          </a:r>
        </a:p>
      </dsp:txBody>
      <dsp:txXfrm>
        <a:off x="7608631" y="224875"/>
        <a:ext cx="971294" cy="647529"/>
      </dsp:txXfrm>
    </dsp:sp>
    <dsp:sp modelId="{3DA55AF3-A82A-467D-96D8-9100C08F33A4}">
      <dsp:nvSpPr>
        <dsp:cNvPr id="0" name=""/>
        <dsp:cNvSpPr/>
      </dsp:nvSpPr>
      <dsp:spPr>
        <a:xfrm>
          <a:off x="8741807" y="224875"/>
          <a:ext cx="1618823" cy="647529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100" kern="1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Value Delivered to Secora</a:t>
          </a:r>
        </a:p>
      </dsp:txBody>
      <dsp:txXfrm>
        <a:off x="9065572" y="224875"/>
        <a:ext cx="971294" cy="647529"/>
      </dsp:txXfrm>
    </dsp:sp>
    <dsp:sp modelId="{58BF254E-31F2-435A-AE3D-A45C57DF916C}">
      <dsp:nvSpPr>
        <dsp:cNvPr id="0" name=""/>
        <dsp:cNvSpPr/>
      </dsp:nvSpPr>
      <dsp:spPr>
        <a:xfrm>
          <a:off x="10198748" y="224875"/>
          <a:ext cx="1618823" cy="647529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100" kern="1200">
              <a:latin typeface="Times New Roman" panose="02020603050405020304" pitchFamily="18" charset="0"/>
              <a:cs typeface="Times New Roman" panose="02020603050405020304" pitchFamily="18" charset="0"/>
            </a:rPr>
            <a:t>Challenges &amp; Resolutions</a:t>
          </a:r>
        </a:p>
      </dsp:txBody>
      <dsp:txXfrm>
        <a:off x="10522513" y="224875"/>
        <a:ext cx="971294" cy="647529"/>
      </dsp:txXfrm>
    </dsp:sp>
    <dsp:sp modelId="{1C03E8E1-5A22-4F31-9843-0BF10B12B0A0}">
      <dsp:nvSpPr>
        <dsp:cNvPr id="0" name=""/>
        <dsp:cNvSpPr/>
      </dsp:nvSpPr>
      <dsp:spPr>
        <a:xfrm>
          <a:off x="11655689" y="224875"/>
          <a:ext cx="1618823" cy="647529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100" kern="1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Reflection &amp; Learning</a:t>
          </a:r>
        </a:p>
      </dsp:txBody>
      <dsp:txXfrm>
        <a:off x="11979454" y="224875"/>
        <a:ext cx="971294" cy="647529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319C834-8582-432B-B32B-AE320A7286E9}">
      <dsp:nvSpPr>
        <dsp:cNvPr id="0" name=""/>
        <dsp:cNvSpPr/>
      </dsp:nvSpPr>
      <dsp:spPr>
        <a:xfrm>
          <a:off x="162" y="224875"/>
          <a:ext cx="1618823" cy="647529"/>
        </a:xfrm>
        <a:prstGeom prst="chevron">
          <a:avLst/>
        </a:prstGeom>
        <a:solidFill>
          <a:schemeClr val="bg1">
            <a:lumMod val="8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100" kern="1200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Project Background &amp; Problem Statement</a:t>
          </a:r>
        </a:p>
      </dsp:txBody>
      <dsp:txXfrm>
        <a:off x="323927" y="224875"/>
        <a:ext cx="971294" cy="647529"/>
      </dsp:txXfrm>
    </dsp:sp>
    <dsp:sp modelId="{873A084E-2B6A-429D-94BE-B8A2F93E59BD}">
      <dsp:nvSpPr>
        <dsp:cNvPr id="0" name=""/>
        <dsp:cNvSpPr/>
      </dsp:nvSpPr>
      <dsp:spPr>
        <a:xfrm>
          <a:off x="1457102" y="224875"/>
          <a:ext cx="1618823" cy="647529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rgbClr val="FF0000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100" b="1" kern="1200" noProof="0" dirty="0">
              <a:solidFill>
                <a:srgbClr val="FFC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Methodology &amp; Approach</a:t>
          </a:r>
          <a:endParaRPr lang="en-AU" sz="1100" b="1" kern="1200" dirty="0">
            <a:solidFill>
              <a:srgbClr val="FFC000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1780867" y="224875"/>
        <a:ext cx="971294" cy="647529"/>
      </dsp:txXfrm>
    </dsp:sp>
    <dsp:sp modelId="{D60B580D-8CF1-49D4-B936-37A5041F6C2F}">
      <dsp:nvSpPr>
        <dsp:cNvPr id="0" name=""/>
        <dsp:cNvSpPr/>
      </dsp:nvSpPr>
      <dsp:spPr>
        <a:xfrm>
          <a:off x="2914043" y="224875"/>
          <a:ext cx="1618823" cy="647529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100" kern="1200" noProof="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Justification of Techniques</a:t>
          </a:r>
          <a:endParaRPr lang="en-AU" sz="1100" kern="1200" dirty="0">
            <a:solidFill>
              <a:schemeClr val="bg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3237808" y="224875"/>
        <a:ext cx="971294" cy="647529"/>
      </dsp:txXfrm>
    </dsp:sp>
    <dsp:sp modelId="{5B7CCF94-BFA4-4CDA-9E06-30CE5A77BB15}">
      <dsp:nvSpPr>
        <dsp:cNvPr id="0" name=""/>
        <dsp:cNvSpPr/>
      </dsp:nvSpPr>
      <dsp:spPr>
        <a:xfrm>
          <a:off x="4370984" y="224875"/>
          <a:ext cx="1618823" cy="647529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100" kern="1200" noProof="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Architecture Consistency &amp; Design</a:t>
          </a:r>
          <a:endParaRPr lang="en-AU" sz="1100" kern="1200" dirty="0">
            <a:solidFill>
              <a:schemeClr val="bg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4694749" y="224875"/>
        <a:ext cx="971294" cy="647529"/>
      </dsp:txXfrm>
    </dsp:sp>
    <dsp:sp modelId="{7DF2B565-0A8E-441A-BF4A-09FFA3B777CF}">
      <dsp:nvSpPr>
        <dsp:cNvPr id="0" name=""/>
        <dsp:cNvSpPr/>
      </dsp:nvSpPr>
      <dsp:spPr>
        <a:xfrm>
          <a:off x="5827925" y="224875"/>
          <a:ext cx="1618823" cy="647529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100" kern="1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Visual Walkthrough (Sample Dashboard)</a:t>
          </a:r>
        </a:p>
      </dsp:txBody>
      <dsp:txXfrm>
        <a:off x="6151690" y="224875"/>
        <a:ext cx="971294" cy="647529"/>
      </dsp:txXfrm>
    </dsp:sp>
    <dsp:sp modelId="{B8574698-9433-420B-B19B-F4E8633AA23B}">
      <dsp:nvSpPr>
        <dsp:cNvPr id="0" name=""/>
        <dsp:cNvSpPr/>
      </dsp:nvSpPr>
      <dsp:spPr>
        <a:xfrm>
          <a:off x="7284866" y="224875"/>
          <a:ext cx="1618823" cy="647529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100" kern="1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Validation &amp; Demo Feedback</a:t>
          </a:r>
        </a:p>
      </dsp:txBody>
      <dsp:txXfrm>
        <a:off x="7608631" y="224875"/>
        <a:ext cx="971294" cy="647529"/>
      </dsp:txXfrm>
    </dsp:sp>
    <dsp:sp modelId="{3DA55AF3-A82A-467D-96D8-9100C08F33A4}">
      <dsp:nvSpPr>
        <dsp:cNvPr id="0" name=""/>
        <dsp:cNvSpPr/>
      </dsp:nvSpPr>
      <dsp:spPr>
        <a:xfrm>
          <a:off x="8741807" y="224875"/>
          <a:ext cx="1618823" cy="647529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100" kern="1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Value Delivered to Secora</a:t>
          </a:r>
        </a:p>
      </dsp:txBody>
      <dsp:txXfrm>
        <a:off x="9065572" y="224875"/>
        <a:ext cx="971294" cy="647529"/>
      </dsp:txXfrm>
    </dsp:sp>
    <dsp:sp modelId="{AAFB81CE-D740-48D8-AD9A-CF1246CEEC78}">
      <dsp:nvSpPr>
        <dsp:cNvPr id="0" name=""/>
        <dsp:cNvSpPr/>
      </dsp:nvSpPr>
      <dsp:spPr>
        <a:xfrm>
          <a:off x="10198748" y="224875"/>
          <a:ext cx="1618823" cy="647529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100" kern="1200">
              <a:latin typeface="Times New Roman" panose="02020603050405020304" pitchFamily="18" charset="0"/>
              <a:cs typeface="Times New Roman" panose="02020603050405020304" pitchFamily="18" charset="0"/>
            </a:rPr>
            <a:t>Challenges &amp; Resolutions</a:t>
          </a:r>
        </a:p>
      </dsp:txBody>
      <dsp:txXfrm>
        <a:off x="10522513" y="224875"/>
        <a:ext cx="971294" cy="647529"/>
      </dsp:txXfrm>
    </dsp:sp>
    <dsp:sp modelId="{1C03E8E1-5A22-4F31-9843-0BF10B12B0A0}">
      <dsp:nvSpPr>
        <dsp:cNvPr id="0" name=""/>
        <dsp:cNvSpPr/>
      </dsp:nvSpPr>
      <dsp:spPr>
        <a:xfrm>
          <a:off x="11655689" y="224875"/>
          <a:ext cx="1618823" cy="647529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100" kern="1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Reflection &amp; Learning</a:t>
          </a:r>
        </a:p>
      </dsp:txBody>
      <dsp:txXfrm>
        <a:off x="11979454" y="224875"/>
        <a:ext cx="971294" cy="647529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319C834-8582-432B-B32B-AE320A7286E9}">
      <dsp:nvSpPr>
        <dsp:cNvPr id="0" name=""/>
        <dsp:cNvSpPr/>
      </dsp:nvSpPr>
      <dsp:spPr>
        <a:xfrm>
          <a:off x="162" y="224875"/>
          <a:ext cx="1618823" cy="647529"/>
        </a:xfrm>
        <a:prstGeom prst="chevron">
          <a:avLst/>
        </a:prstGeom>
        <a:solidFill>
          <a:schemeClr val="bg1">
            <a:lumMod val="8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100" kern="1200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Project Background &amp; Problem Statement</a:t>
          </a:r>
        </a:p>
      </dsp:txBody>
      <dsp:txXfrm>
        <a:off x="323927" y="224875"/>
        <a:ext cx="971294" cy="647529"/>
      </dsp:txXfrm>
    </dsp:sp>
    <dsp:sp modelId="{873A084E-2B6A-429D-94BE-B8A2F93E59BD}">
      <dsp:nvSpPr>
        <dsp:cNvPr id="0" name=""/>
        <dsp:cNvSpPr/>
      </dsp:nvSpPr>
      <dsp:spPr>
        <a:xfrm>
          <a:off x="1457102" y="224875"/>
          <a:ext cx="1618823" cy="647529"/>
        </a:xfrm>
        <a:prstGeom prst="chevron">
          <a:avLst/>
        </a:prstGeom>
        <a:solidFill>
          <a:schemeClr val="bg1">
            <a:lumMod val="85000"/>
          </a:schemeClr>
        </a:solidFill>
        <a:ln w="25400" cap="flat" cmpd="sng" algn="ctr">
          <a:solidFill>
            <a:schemeClr val="bg1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100" b="0" kern="1200" noProof="0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Methodology &amp; Approach</a:t>
          </a:r>
          <a:endParaRPr lang="en-AU" sz="1100" b="0" kern="1200" dirty="0">
            <a:solidFill>
              <a:schemeClr val="tx1">
                <a:lumMod val="50000"/>
                <a:lumOff val="50000"/>
              </a:schemeClr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1780867" y="224875"/>
        <a:ext cx="971294" cy="647529"/>
      </dsp:txXfrm>
    </dsp:sp>
    <dsp:sp modelId="{D60B580D-8CF1-49D4-B936-37A5041F6C2F}">
      <dsp:nvSpPr>
        <dsp:cNvPr id="0" name=""/>
        <dsp:cNvSpPr/>
      </dsp:nvSpPr>
      <dsp:spPr>
        <a:xfrm>
          <a:off x="2914043" y="224875"/>
          <a:ext cx="1618823" cy="647529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rgbClr val="FF0000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100" b="1" kern="1200" noProof="0" dirty="0">
              <a:solidFill>
                <a:srgbClr val="FFC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Justification of Techniques</a:t>
          </a:r>
          <a:endParaRPr lang="en-AU" sz="1100" b="1" kern="1200" dirty="0">
            <a:solidFill>
              <a:srgbClr val="FFC000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3237808" y="224875"/>
        <a:ext cx="971294" cy="647529"/>
      </dsp:txXfrm>
    </dsp:sp>
    <dsp:sp modelId="{5B7CCF94-BFA4-4CDA-9E06-30CE5A77BB15}">
      <dsp:nvSpPr>
        <dsp:cNvPr id="0" name=""/>
        <dsp:cNvSpPr/>
      </dsp:nvSpPr>
      <dsp:spPr>
        <a:xfrm>
          <a:off x="4370984" y="224875"/>
          <a:ext cx="1618823" cy="647529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100" kern="1200" noProof="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Architecture Consistency &amp; Design</a:t>
          </a:r>
          <a:endParaRPr lang="en-AU" sz="1100" kern="1200" dirty="0">
            <a:solidFill>
              <a:schemeClr val="bg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4694749" y="224875"/>
        <a:ext cx="971294" cy="647529"/>
      </dsp:txXfrm>
    </dsp:sp>
    <dsp:sp modelId="{7DF2B565-0A8E-441A-BF4A-09FFA3B777CF}">
      <dsp:nvSpPr>
        <dsp:cNvPr id="0" name=""/>
        <dsp:cNvSpPr/>
      </dsp:nvSpPr>
      <dsp:spPr>
        <a:xfrm>
          <a:off x="5827925" y="224875"/>
          <a:ext cx="1618823" cy="647529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100" kern="1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Visual Walkthrough (Sample Dashboard)</a:t>
          </a:r>
        </a:p>
      </dsp:txBody>
      <dsp:txXfrm>
        <a:off x="6151690" y="224875"/>
        <a:ext cx="971294" cy="647529"/>
      </dsp:txXfrm>
    </dsp:sp>
    <dsp:sp modelId="{B8574698-9433-420B-B19B-F4E8633AA23B}">
      <dsp:nvSpPr>
        <dsp:cNvPr id="0" name=""/>
        <dsp:cNvSpPr/>
      </dsp:nvSpPr>
      <dsp:spPr>
        <a:xfrm>
          <a:off x="7284866" y="224875"/>
          <a:ext cx="1618823" cy="647529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100" kern="1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Validation &amp; Demo Feedback</a:t>
          </a:r>
        </a:p>
      </dsp:txBody>
      <dsp:txXfrm>
        <a:off x="7608631" y="224875"/>
        <a:ext cx="971294" cy="647529"/>
      </dsp:txXfrm>
    </dsp:sp>
    <dsp:sp modelId="{3DA55AF3-A82A-467D-96D8-9100C08F33A4}">
      <dsp:nvSpPr>
        <dsp:cNvPr id="0" name=""/>
        <dsp:cNvSpPr/>
      </dsp:nvSpPr>
      <dsp:spPr>
        <a:xfrm>
          <a:off x="8741807" y="224875"/>
          <a:ext cx="1618823" cy="647529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100" kern="1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Value Delivered to Secora</a:t>
          </a:r>
        </a:p>
      </dsp:txBody>
      <dsp:txXfrm>
        <a:off x="9065572" y="224875"/>
        <a:ext cx="971294" cy="647529"/>
      </dsp:txXfrm>
    </dsp:sp>
    <dsp:sp modelId="{E3259D12-F018-4B34-8D35-BDE650DFC162}">
      <dsp:nvSpPr>
        <dsp:cNvPr id="0" name=""/>
        <dsp:cNvSpPr/>
      </dsp:nvSpPr>
      <dsp:spPr>
        <a:xfrm>
          <a:off x="10198748" y="224875"/>
          <a:ext cx="1618823" cy="647529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100" kern="1200">
              <a:latin typeface="Times New Roman" panose="02020603050405020304" pitchFamily="18" charset="0"/>
              <a:cs typeface="Times New Roman" panose="02020603050405020304" pitchFamily="18" charset="0"/>
            </a:rPr>
            <a:t>Challenges &amp; Resolutions</a:t>
          </a:r>
        </a:p>
      </dsp:txBody>
      <dsp:txXfrm>
        <a:off x="10522513" y="224875"/>
        <a:ext cx="971294" cy="647529"/>
      </dsp:txXfrm>
    </dsp:sp>
    <dsp:sp modelId="{1C03E8E1-5A22-4F31-9843-0BF10B12B0A0}">
      <dsp:nvSpPr>
        <dsp:cNvPr id="0" name=""/>
        <dsp:cNvSpPr/>
      </dsp:nvSpPr>
      <dsp:spPr>
        <a:xfrm>
          <a:off x="11655689" y="224875"/>
          <a:ext cx="1618823" cy="647529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100" kern="1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Reflection &amp; Learning</a:t>
          </a:r>
        </a:p>
      </dsp:txBody>
      <dsp:txXfrm>
        <a:off x="11979454" y="224875"/>
        <a:ext cx="971294" cy="647529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319C834-8582-432B-B32B-AE320A7286E9}">
      <dsp:nvSpPr>
        <dsp:cNvPr id="0" name=""/>
        <dsp:cNvSpPr/>
      </dsp:nvSpPr>
      <dsp:spPr>
        <a:xfrm>
          <a:off x="162" y="224875"/>
          <a:ext cx="1618823" cy="647529"/>
        </a:xfrm>
        <a:prstGeom prst="chevron">
          <a:avLst/>
        </a:prstGeom>
        <a:solidFill>
          <a:schemeClr val="bg1">
            <a:lumMod val="8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100" kern="1200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Project Background &amp; Problem Statement</a:t>
          </a:r>
        </a:p>
      </dsp:txBody>
      <dsp:txXfrm>
        <a:off x="323927" y="224875"/>
        <a:ext cx="971294" cy="647529"/>
      </dsp:txXfrm>
    </dsp:sp>
    <dsp:sp modelId="{873A084E-2B6A-429D-94BE-B8A2F93E59BD}">
      <dsp:nvSpPr>
        <dsp:cNvPr id="0" name=""/>
        <dsp:cNvSpPr/>
      </dsp:nvSpPr>
      <dsp:spPr>
        <a:xfrm>
          <a:off x="1457102" y="224875"/>
          <a:ext cx="1618823" cy="647529"/>
        </a:xfrm>
        <a:prstGeom prst="chevron">
          <a:avLst/>
        </a:prstGeom>
        <a:solidFill>
          <a:schemeClr val="bg1">
            <a:lumMod val="85000"/>
          </a:schemeClr>
        </a:solidFill>
        <a:ln w="25400" cap="flat" cmpd="sng" algn="ctr">
          <a:solidFill>
            <a:schemeClr val="bg1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100" b="0" kern="1200" noProof="0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Methodology &amp; Approach</a:t>
          </a:r>
          <a:endParaRPr lang="en-AU" sz="1100" b="0" kern="1200" dirty="0">
            <a:solidFill>
              <a:schemeClr val="tx1">
                <a:lumMod val="50000"/>
                <a:lumOff val="50000"/>
              </a:schemeClr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1780867" y="224875"/>
        <a:ext cx="971294" cy="647529"/>
      </dsp:txXfrm>
    </dsp:sp>
    <dsp:sp modelId="{D60B580D-8CF1-49D4-B936-37A5041F6C2F}">
      <dsp:nvSpPr>
        <dsp:cNvPr id="0" name=""/>
        <dsp:cNvSpPr/>
      </dsp:nvSpPr>
      <dsp:spPr>
        <a:xfrm>
          <a:off x="2914043" y="224875"/>
          <a:ext cx="1618823" cy="647529"/>
        </a:xfrm>
        <a:prstGeom prst="chevron">
          <a:avLst/>
        </a:prstGeom>
        <a:solidFill>
          <a:schemeClr val="bg1">
            <a:lumMod val="85000"/>
          </a:schemeClr>
        </a:solidFill>
        <a:ln w="25400" cap="flat" cmpd="sng" algn="ctr">
          <a:solidFill>
            <a:schemeClr val="bg1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100" b="0" kern="1200" noProof="0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Justification of Techniques</a:t>
          </a:r>
          <a:endParaRPr lang="en-AU" sz="1100" b="0" kern="1200" dirty="0">
            <a:solidFill>
              <a:schemeClr val="tx1">
                <a:lumMod val="50000"/>
                <a:lumOff val="50000"/>
              </a:schemeClr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3237808" y="224875"/>
        <a:ext cx="971294" cy="647529"/>
      </dsp:txXfrm>
    </dsp:sp>
    <dsp:sp modelId="{5B7CCF94-BFA4-4CDA-9E06-30CE5A77BB15}">
      <dsp:nvSpPr>
        <dsp:cNvPr id="0" name=""/>
        <dsp:cNvSpPr/>
      </dsp:nvSpPr>
      <dsp:spPr>
        <a:xfrm>
          <a:off x="4370984" y="224875"/>
          <a:ext cx="1618823" cy="647529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rgbClr val="FF0000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100" b="1" kern="1200" noProof="0" dirty="0">
              <a:solidFill>
                <a:srgbClr val="FFC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Architecture Consistency &amp; Design</a:t>
          </a:r>
          <a:endParaRPr lang="en-AU" sz="1100" b="1" kern="1200" dirty="0">
            <a:solidFill>
              <a:srgbClr val="FFC000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4694749" y="224875"/>
        <a:ext cx="971294" cy="647529"/>
      </dsp:txXfrm>
    </dsp:sp>
    <dsp:sp modelId="{7DF2B565-0A8E-441A-BF4A-09FFA3B777CF}">
      <dsp:nvSpPr>
        <dsp:cNvPr id="0" name=""/>
        <dsp:cNvSpPr/>
      </dsp:nvSpPr>
      <dsp:spPr>
        <a:xfrm>
          <a:off x="5827925" y="224875"/>
          <a:ext cx="1618823" cy="647529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100" kern="1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Visual Walkthrough (Sample Dashboard)</a:t>
          </a:r>
        </a:p>
      </dsp:txBody>
      <dsp:txXfrm>
        <a:off x="6151690" y="224875"/>
        <a:ext cx="971294" cy="647529"/>
      </dsp:txXfrm>
    </dsp:sp>
    <dsp:sp modelId="{B8574698-9433-420B-B19B-F4E8633AA23B}">
      <dsp:nvSpPr>
        <dsp:cNvPr id="0" name=""/>
        <dsp:cNvSpPr/>
      </dsp:nvSpPr>
      <dsp:spPr>
        <a:xfrm>
          <a:off x="7284866" y="224875"/>
          <a:ext cx="1618823" cy="647529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100" kern="1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Validation &amp; Demo Feedback</a:t>
          </a:r>
        </a:p>
      </dsp:txBody>
      <dsp:txXfrm>
        <a:off x="7608631" y="224875"/>
        <a:ext cx="971294" cy="647529"/>
      </dsp:txXfrm>
    </dsp:sp>
    <dsp:sp modelId="{3DA55AF3-A82A-467D-96D8-9100C08F33A4}">
      <dsp:nvSpPr>
        <dsp:cNvPr id="0" name=""/>
        <dsp:cNvSpPr/>
      </dsp:nvSpPr>
      <dsp:spPr>
        <a:xfrm>
          <a:off x="8741807" y="224875"/>
          <a:ext cx="1618823" cy="647529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100" kern="1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Value Delivered to Secora</a:t>
          </a:r>
        </a:p>
      </dsp:txBody>
      <dsp:txXfrm>
        <a:off x="9065572" y="224875"/>
        <a:ext cx="971294" cy="647529"/>
      </dsp:txXfrm>
    </dsp:sp>
    <dsp:sp modelId="{31A086FA-0E63-4D66-B133-069B8691B9E4}">
      <dsp:nvSpPr>
        <dsp:cNvPr id="0" name=""/>
        <dsp:cNvSpPr/>
      </dsp:nvSpPr>
      <dsp:spPr>
        <a:xfrm>
          <a:off x="10198748" y="224875"/>
          <a:ext cx="1618823" cy="647529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100" kern="1200">
              <a:latin typeface="Times New Roman" panose="02020603050405020304" pitchFamily="18" charset="0"/>
              <a:cs typeface="Times New Roman" panose="02020603050405020304" pitchFamily="18" charset="0"/>
            </a:rPr>
            <a:t>Challenges &amp; Resolutions</a:t>
          </a:r>
        </a:p>
      </dsp:txBody>
      <dsp:txXfrm>
        <a:off x="10522513" y="224875"/>
        <a:ext cx="971294" cy="647529"/>
      </dsp:txXfrm>
    </dsp:sp>
    <dsp:sp modelId="{1C03E8E1-5A22-4F31-9843-0BF10B12B0A0}">
      <dsp:nvSpPr>
        <dsp:cNvPr id="0" name=""/>
        <dsp:cNvSpPr/>
      </dsp:nvSpPr>
      <dsp:spPr>
        <a:xfrm>
          <a:off x="11655689" y="224875"/>
          <a:ext cx="1618823" cy="647529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100" kern="1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Reflection &amp; Learning</a:t>
          </a:r>
        </a:p>
      </dsp:txBody>
      <dsp:txXfrm>
        <a:off x="11979454" y="224875"/>
        <a:ext cx="971294" cy="647529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319C834-8582-432B-B32B-AE320A7286E9}">
      <dsp:nvSpPr>
        <dsp:cNvPr id="0" name=""/>
        <dsp:cNvSpPr/>
      </dsp:nvSpPr>
      <dsp:spPr>
        <a:xfrm>
          <a:off x="162" y="224875"/>
          <a:ext cx="1618823" cy="647529"/>
        </a:xfrm>
        <a:prstGeom prst="chevron">
          <a:avLst/>
        </a:prstGeom>
        <a:solidFill>
          <a:schemeClr val="bg1">
            <a:lumMod val="8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100" kern="1200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Project Background &amp; Problem Statement</a:t>
          </a:r>
        </a:p>
      </dsp:txBody>
      <dsp:txXfrm>
        <a:off x="323927" y="224875"/>
        <a:ext cx="971294" cy="647529"/>
      </dsp:txXfrm>
    </dsp:sp>
    <dsp:sp modelId="{873A084E-2B6A-429D-94BE-B8A2F93E59BD}">
      <dsp:nvSpPr>
        <dsp:cNvPr id="0" name=""/>
        <dsp:cNvSpPr/>
      </dsp:nvSpPr>
      <dsp:spPr>
        <a:xfrm>
          <a:off x="1457102" y="224875"/>
          <a:ext cx="1618823" cy="647529"/>
        </a:xfrm>
        <a:prstGeom prst="chevron">
          <a:avLst/>
        </a:prstGeom>
        <a:solidFill>
          <a:schemeClr val="bg1">
            <a:lumMod val="85000"/>
          </a:schemeClr>
        </a:solidFill>
        <a:ln w="25400" cap="flat" cmpd="sng" algn="ctr">
          <a:solidFill>
            <a:schemeClr val="bg1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100" b="0" kern="1200" noProof="0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Methodology &amp; Approach</a:t>
          </a:r>
          <a:endParaRPr lang="en-AU" sz="1100" b="0" kern="1200" dirty="0">
            <a:solidFill>
              <a:schemeClr val="tx1">
                <a:lumMod val="50000"/>
                <a:lumOff val="50000"/>
              </a:schemeClr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1780867" y="224875"/>
        <a:ext cx="971294" cy="647529"/>
      </dsp:txXfrm>
    </dsp:sp>
    <dsp:sp modelId="{D60B580D-8CF1-49D4-B936-37A5041F6C2F}">
      <dsp:nvSpPr>
        <dsp:cNvPr id="0" name=""/>
        <dsp:cNvSpPr/>
      </dsp:nvSpPr>
      <dsp:spPr>
        <a:xfrm>
          <a:off x="2914043" y="224875"/>
          <a:ext cx="1618823" cy="647529"/>
        </a:xfrm>
        <a:prstGeom prst="chevron">
          <a:avLst/>
        </a:prstGeom>
        <a:solidFill>
          <a:schemeClr val="bg1">
            <a:lumMod val="85000"/>
          </a:schemeClr>
        </a:solidFill>
        <a:ln w="25400" cap="flat" cmpd="sng" algn="ctr">
          <a:solidFill>
            <a:schemeClr val="bg1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100" b="0" kern="1200" noProof="0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Justification of Techniques</a:t>
          </a:r>
          <a:endParaRPr lang="en-AU" sz="1100" b="0" kern="1200" dirty="0">
            <a:solidFill>
              <a:schemeClr val="tx1">
                <a:lumMod val="50000"/>
                <a:lumOff val="50000"/>
              </a:schemeClr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3237808" y="224875"/>
        <a:ext cx="971294" cy="647529"/>
      </dsp:txXfrm>
    </dsp:sp>
    <dsp:sp modelId="{5B7CCF94-BFA4-4CDA-9E06-30CE5A77BB15}">
      <dsp:nvSpPr>
        <dsp:cNvPr id="0" name=""/>
        <dsp:cNvSpPr/>
      </dsp:nvSpPr>
      <dsp:spPr>
        <a:xfrm>
          <a:off x="4370984" y="224875"/>
          <a:ext cx="1618823" cy="647529"/>
        </a:xfrm>
        <a:prstGeom prst="chevron">
          <a:avLst/>
        </a:prstGeom>
        <a:solidFill>
          <a:schemeClr val="bg1">
            <a:lumMod val="85000"/>
          </a:schemeClr>
        </a:solidFill>
        <a:ln w="25400" cap="flat" cmpd="sng" algn="ctr">
          <a:solidFill>
            <a:schemeClr val="bg1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100" b="0" kern="1200" noProof="0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Architecture Consistency &amp; Design</a:t>
          </a:r>
          <a:endParaRPr lang="en-AU" sz="1100" b="0" kern="1200" dirty="0">
            <a:solidFill>
              <a:schemeClr val="tx1">
                <a:lumMod val="50000"/>
                <a:lumOff val="50000"/>
              </a:schemeClr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4694749" y="224875"/>
        <a:ext cx="971294" cy="647529"/>
      </dsp:txXfrm>
    </dsp:sp>
    <dsp:sp modelId="{7DF2B565-0A8E-441A-BF4A-09FFA3B777CF}">
      <dsp:nvSpPr>
        <dsp:cNvPr id="0" name=""/>
        <dsp:cNvSpPr/>
      </dsp:nvSpPr>
      <dsp:spPr>
        <a:xfrm>
          <a:off x="5827925" y="224875"/>
          <a:ext cx="1618823" cy="647529"/>
        </a:xfrm>
        <a:prstGeom prst="chevron">
          <a:avLst/>
        </a:prstGeom>
        <a:solidFill>
          <a:schemeClr val="accent1"/>
        </a:solidFill>
        <a:ln w="25400" cap="flat" cmpd="sng" algn="ctr">
          <a:solidFill>
            <a:srgbClr val="FF0000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100" b="1" kern="1200" dirty="0">
              <a:solidFill>
                <a:srgbClr val="FFC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Visual Walkthrough (Sample Dashboard)</a:t>
          </a:r>
        </a:p>
      </dsp:txBody>
      <dsp:txXfrm>
        <a:off x="6151690" y="224875"/>
        <a:ext cx="971294" cy="647529"/>
      </dsp:txXfrm>
    </dsp:sp>
    <dsp:sp modelId="{B8574698-9433-420B-B19B-F4E8633AA23B}">
      <dsp:nvSpPr>
        <dsp:cNvPr id="0" name=""/>
        <dsp:cNvSpPr/>
      </dsp:nvSpPr>
      <dsp:spPr>
        <a:xfrm>
          <a:off x="7284866" y="224875"/>
          <a:ext cx="1618823" cy="647529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100" kern="1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Validation &amp; Demo Feedback</a:t>
          </a:r>
        </a:p>
      </dsp:txBody>
      <dsp:txXfrm>
        <a:off x="7608631" y="224875"/>
        <a:ext cx="971294" cy="647529"/>
      </dsp:txXfrm>
    </dsp:sp>
    <dsp:sp modelId="{3DA55AF3-A82A-467D-96D8-9100C08F33A4}">
      <dsp:nvSpPr>
        <dsp:cNvPr id="0" name=""/>
        <dsp:cNvSpPr/>
      </dsp:nvSpPr>
      <dsp:spPr>
        <a:xfrm>
          <a:off x="8741807" y="224875"/>
          <a:ext cx="1618823" cy="647529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100" kern="1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Value Delivered to Secora</a:t>
          </a:r>
        </a:p>
      </dsp:txBody>
      <dsp:txXfrm>
        <a:off x="9065572" y="224875"/>
        <a:ext cx="971294" cy="647529"/>
      </dsp:txXfrm>
    </dsp:sp>
    <dsp:sp modelId="{7BEEFC8C-098D-4C41-B8A1-9788799FC0D9}">
      <dsp:nvSpPr>
        <dsp:cNvPr id="0" name=""/>
        <dsp:cNvSpPr/>
      </dsp:nvSpPr>
      <dsp:spPr>
        <a:xfrm>
          <a:off x="10198748" y="224875"/>
          <a:ext cx="1618823" cy="647529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100" kern="1200">
              <a:latin typeface="Times New Roman" panose="02020603050405020304" pitchFamily="18" charset="0"/>
              <a:cs typeface="Times New Roman" panose="02020603050405020304" pitchFamily="18" charset="0"/>
            </a:rPr>
            <a:t>Challenges &amp; Resolutions</a:t>
          </a:r>
        </a:p>
      </dsp:txBody>
      <dsp:txXfrm>
        <a:off x="10522513" y="224875"/>
        <a:ext cx="971294" cy="647529"/>
      </dsp:txXfrm>
    </dsp:sp>
    <dsp:sp modelId="{1C03E8E1-5A22-4F31-9843-0BF10B12B0A0}">
      <dsp:nvSpPr>
        <dsp:cNvPr id="0" name=""/>
        <dsp:cNvSpPr/>
      </dsp:nvSpPr>
      <dsp:spPr>
        <a:xfrm>
          <a:off x="11655689" y="224875"/>
          <a:ext cx="1618823" cy="647529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100" kern="1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Reflection &amp; Learning</a:t>
          </a:r>
        </a:p>
      </dsp:txBody>
      <dsp:txXfrm>
        <a:off x="11979454" y="224875"/>
        <a:ext cx="971294" cy="647529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319C834-8582-432B-B32B-AE320A7286E9}">
      <dsp:nvSpPr>
        <dsp:cNvPr id="0" name=""/>
        <dsp:cNvSpPr/>
      </dsp:nvSpPr>
      <dsp:spPr>
        <a:xfrm>
          <a:off x="162" y="224875"/>
          <a:ext cx="1618823" cy="647529"/>
        </a:xfrm>
        <a:prstGeom prst="chevron">
          <a:avLst/>
        </a:prstGeom>
        <a:solidFill>
          <a:schemeClr val="bg1">
            <a:lumMod val="8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100" kern="1200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Project Background &amp; Problem Statement</a:t>
          </a:r>
        </a:p>
      </dsp:txBody>
      <dsp:txXfrm>
        <a:off x="323927" y="224875"/>
        <a:ext cx="971294" cy="647529"/>
      </dsp:txXfrm>
    </dsp:sp>
    <dsp:sp modelId="{873A084E-2B6A-429D-94BE-B8A2F93E59BD}">
      <dsp:nvSpPr>
        <dsp:cNvPr id="0" name=""/>
        <dsp:cNvSpPr/>
      </dsp:nvSpPr>
      <dsp:spPr>
        <a:xfrm>
          <a:off x="1457102" y="224875"/>
          <a:ext cx="1618823" cy="647529"/>
        </a:xfrm>
        <a:prstGeom prst="chevron">
          <a:avLst/>
        </a:prstGeom>
        <a:solidFill>
          <a:schemeClr val="bg1">
            <a:lumMod val="85000"/>
          </a:schemeClr>
        </a:solidFill>
        <a:ln w="25400" cap="flat" cmpd="sng" algn="ctr">
          <a:solidFill>
            <a:schemeClr val="bg1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100" b="0" kern="1200" noProof="0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Methodology &amp; Approach</a:t>
          </a:r>
          <a:endParaRPr lang="en-AU" sz="1100" b="0" kern="1200" dirty="0">
            <a:solidFill>
              <a:schemeClr val="tx1">
                <a:lumMod val="50000"/>
                <a:lumOff val="50000"/>
              </a:schemeClr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1780867" y="224875"/>
        <a:ext cx="971294" cy="647529"/>
      </dsp:txXfrm>
    </dsp:sp>
    <dsp:sp modelId="{D60B580D-8CF1-49D4-B936-37A5041F6C2F}">
      <dsp:nvSpPr>
        <dsp:cNvPr id="0" name=""/>
        <dsp:cNvSpPr/>
      </dsp:nvSpPr>
      <dsp:spPr>
        <a:xfrm>
          <a:off x="2914043" y="224875"/>
          <a:ext cx="1618823" cy="647529"/>
        </a:xfrm>
        <a:prstGeom prst="chevron">
          <a:avLst/>
        </a:prstGeom>
        <a:solidFill>
          <a:schemeClr val="bg1">
            <a:lumMod val="85000"/>
          </a:schemeClr>
        </a:solidFill>
        <a:ln w="25400" cap="flat" cmpd="sng" algn="ctr">
          <a:solidFill>
            <a:schemeClr val="bg1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100" b="0" kern="1200" noProof="0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Justification of Techniques</a:t>
          </a:r>
          <a:endParaRPr lang="en-AU" sz="1100" b="0" kern="1200" dirty="0">
            <a:solidFill>
              <a:schemeClr val="tx1">
                <a:lumMod val="50000"/>
                <a:lumOff val="50000"/>
              </a:schemeClr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3237808" y="224875"/>
        <a:ext cx="971294" cy="647529"/>
      </dsp:txXfrm>
    </dsp:sp>
    <dsp:sp modelId="{5B7CCF94-BFA4-4CDA-9E06-30CE5A77BB15}">
      <dsp:nvSpPr>
        <dsp:cNvPr id="0" name=""/>
        <dsp:cNvSpPr/>
      </dsp:nvSpPr>
      <dsp:spPr>
        <a:xfrm>
          <a:off x="4370984" y="224875"/>
          <a:ext cx="1618823" cy="647529"/>
        </a:xfrm>
        <a:prstGeom prst="chevron">
          <a:avLst/>
        </a:prstGeom>
        <a:solidFill>
          <a:schemeClr val="bg1">
            <a:lumMod val="85000"/>
          </a:schemeClr>
        </a:solidFill>
        <a:ln w="25400" cap="flat" cmpd="sng" algn="ctr">
          <a:solidFill>
            <a:schemeClr val="bg1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100" b="0" kern="1200" noProof="0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Architecture Consistency &amp; Design</a:t>
          </a:r>
          <a:endParaRPr lang="en-AU" sz="1100" b="0" kern="1200" dirty="0">
            <a:solidFill>
              <a:schemeClr val="tx1">
                <a:lumMod val="50000"/>
                <a:lumOff val="50000"/>
              </a:schemeClr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4694749" y="224875"/>
        <a:ext cx="971294" cy="647529"/>
      </dsp:txXfrm>
    </dsp:sp>
    <dsp:sp modelId="{7DF2B565-0A8E-441A-BF4A-09FFA3B777CF}">
      <dsp:nvSpPr>
        <dsp:cNvPr id="0" name=""/>
        <dsp:cNvSpPr/>
      </dsp:nvSpPr>
      <dsp:spPr>
        <a:xfrm>
          <a:off x="5827925" y="224875"/>
          <a:ext cx="1618823" cy="647529"/>
        </a:xfrm>
        <a:prstGeom prst="chevron">
          <a:avLst/>
        </a:prstGeom>
        <a:solidFill>
          <a:schemeClr val="accent1"/>
        </a:solidFill>
        <a:ln w="25400" cap="flat" cmpd="sng" algn="ctr">
          <a:solidFill>
            <a:srgbClr val="FF0000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100" b="1" kern="1200" dirty="0">
              <a:solidFill>
                <a:srgbClr val="FFC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Visual Walkthrough (Sample Dashboard)</a:t>
          </a:r>
        </a:p>
      </dsp:txBody>
      <dsp:txXfrm>
        <a:off x="6151690" y="224875"/>
        <a:ext cx="971294" cy="647529"/>
      </dsp:txXfrm>
    </dsp:sp>
    <dsp:sp modelId="{B8574698-9433-420B-B19B-F4E8633AA23B}">
      <dsp:nvSpPr>
        <dsp:cNvPr id="0" name=""/>
        <dsp:cNvSpPr/>
      </dsp:nvSpPr>
      <dsp:spPr>
        <a:xfrm>
          <a:off x="7284866" y="224875"/>
          <a:ext cx="1618823" cy="647529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100" kern="1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Validation &amp; Demo Feedback</a:t>
          </a:r>
        </a:p>
      </dsp:txBody>
      <dsp:txXfrm>
        <a:off x="7608631" y="224875"/>
        <a:ext cx="971294" cy="647529"/>
      </dsp:txXfrm>
    </dsp:sp>
    <dsp:sp modelId="{3DA55AF3-A82A-467D-96D8-9100C08F33A4}">
      <dsp:nvSpPr>
        <dsp:cNvPr id="0" name=""/>
        <dsp:cNvSpPr/>
      </dsp:nvSpPr>
      <dsp:spPr>
        <a:xfrm>
          <a:off x="8741807" y="224875"/>
          <a:ext cx="1618823" cy="647529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100" kern="1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Value Delivered to Secora</a:t>
          </a:r>
        </a:p>
      </dsp:txBody>
      <dsp:txXfrm>
        <a:off x="9065572" y="224875"/>
        <a:ext cx="971294" cy="647529"/>
      </dsp:txXfrm>
    </dsp:sp>
    <dsp:sp modelId="{E6D6D752-70EF-402D-B7AC-5B2754F0AF7F}">
      <dsp:nvSpPr>
        <dsp:cNvPr id="0" name=""/>
        <dsp:cNvSpPr/>
      </dsp:nvSpPr>
      <dsp:spPr>
        <a:xfrm>
          <a:off x="10198748" y="224875"/>
          <a:ext cx="1618823" cy="647529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100" kern="1200">
              <a:latin typeface="Times New Roman" panose="02020603050405020304" pitchFamily="18" charset="0"/>
              <a:cs typeface="Times New Roman" panose="02020603050405020304" pitchFamily="18" charset="0"/>
            </a:rPr>
            <a:t>Challenges &amp; Resolutions</a:t>
          </a:r>
        </a:p>
      </dsp:txBody>
      <dsp:txXfrm>
        <a:off x="10522513" y="224875"/>
        <a:ext cx="971294" cy="647529"/>
      </dsp:txXfrm>
    </dsp:sp>
    <dsp:sp modelId="{1C03E8E1-5A22-4F31-9843-0BF10B12B0A0}">
      <dsp:nvSpPr>
        <dsp:cNvPr id="0" name=""/>
        <dsp:cNvSpPr/>
      </dsp:nvSpPr>
      <dsp:spPr>
        <a:xfrm>
          <a:off x="11655689" y="224875"/>
          <a:ext cx="1618823" cy="647529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100" kern="1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Reflection &amp; Learning</a:t>
          </a:r>
        </a:p>
      </dsp:txBody>
      <dsp:txXfrm>
        <a:off x="11979454" y="224875"/>
        <a:ext cx="971294" cy="647529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319C834-8582-432B-B32B-AE320A7286E9}">
      <dsp:nvSpPr>
        <dsp:cNvPr id="0" name=""/>
        <dsp:cNvSpPr/>
      </dsp:nvSpPr>
      <dsp:spPr>
        <a:xfrm>
          <a:off x="162" y="224875"/>
          <a:ext cx="1618823" cy="647529"/>
        </a:xfrm>
        <a:prstGeom prst="chevron">
          <a:avLst/>
        </a:prstGeom>
        <a:solidFill>
          <a:schemeClr val="bg1">
            <a:lumMod val="8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100" kern="1200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Project Background &amp; Problem Statement</a:t>
          </a:r>
        </a:p>
      </dsp:txBody>
      <dsp:txXfrm>
        <a:off x="323927" y="224875"/>
        <a:ext cx="971294" cy="647529"/>
      </dsp:txXfrm>
    </dsp:sp>
    <dsp:sp modelId="{873A084E-2B6A-429D-94BE-B8A2F93E59BD}">
      <dsp:nvSpPr>
        <dsp:cNvPr id="0" name=""/>
        <dsp:cNvSpPr/>
      </dsp:nvSpPr>
      <dsp:spPr>
        <a:xfrm>
          <a:off x="1457102" y="224875"/>
          <a:ext cx="1618823" cy="647529"/>
        </a:xfrm>
        <a:prstGeom prst="chevron">
          <a:avLst/>
        </a:prstGeom>
        <a:solidFill>
          <a:schemeClr val="bg1">
            <a:lumMod val="85000"/>
          </a:schemeClr>
        </a:solidFill>
        <a:ln w="25400" cap="flat" cmpd="sng" algn="ctr">
          <a:solidFill>
            <a:schemeClr val="bg1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100" b="0" kern="1200" noProof="0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Methodology &amp; Approach</a:t>
          </a:r>
          <a:endParaRPr lang="en-AU" sz="1100" b="0" kern="1200" dirty="0">
            <a:solidFill>
              <a:schemeClr val="tx1">
                <a:lumMod val="50000"/>
                <a:lumOff val="50000"/>
              </a:schemeClr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1780867" y="224875"/>
        <a:ext cx="971294" cy="647529"/>
      </dsp:txXfrm>
    </dsp:sp>
    <dsp:sp modelId="{D60B580D-8CF1-49D4-B936-37A5041F6C2F}">
      <dsp:nvSpPr>
        <dsp:cNvPr id="0" name=""/>
        <dsp:cNvSpPr/>
      </dsp:nvSpPr>
      <dsp:spPr>
        <a:xfrm>
          <a:off x="2914043" y="224875"/>
          <a:ext cx="1618823" cy="647529"/>
        </a:xfrm>
        <a:prstGeom prst="chevron">
          <a:avLst/>
        </a:prstGeom>
        <a:solidFill>
          <a:schemeClr val="bg1">
            <a:lumMod val="85000"/>
          </a:schemeClr>
        </a:solidFill>
        <a:ln w="25400" cap="flat" cmpd="sng" algn="ctr">
          <a:solidFill>
            <a:schemeClr val="bg1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100" b="0" kern="1200" noProof="0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Justification of Techniques</a:t>
          </a:r>
          <a:endParaRPr lang="en-AU" sz="1100" b="0" kern="1200" dirty="0">
            <a:solidFill>
              <a:schemeClr val="tx1">
                <a:lumMod val="50000"/>
                <a:lumOff val="50000"/>
              </a:schemeClr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3237808" y="224875"/>
        <a:ext cx="971294" cy="647529"/>
      </dsp:txXfrm>
    </dsp:sp>
    <dsp:sp modelId="{5B7CCF94-BFA4-4CDA-9E06-30CE5A77BB15}">
      <dsp:nvSpPr>
        <dsp:cNvPr id="0" name=""/>
        <dsp:cNvSpPr/>
      </dsp:nvSpPr>
      <dsp:spPr>
        <a:xfrm>
          <a:off x="4370984" y="224875"/>
          <a:ext cx="1618823" cy="647529"/>
        </a:xfrm>
        <a:prstGeom prst="chevron">
          <a:avLst/>
        </a:prstGeom>
        <a:solidFill>
          <a:schemeClr val="bg1">
            <a:lumMod val="85000"/>
          </a:schemeClr>
        </a:solidFill>
        <a:ln w="25400" cap="flat" cmpd="sng" algn="ctr">
          <a:solidFill>
            <a:schemeClr val="bg1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100" b="0" kern="1200" noProof="0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Architecture Consistency &amp; Design</a:t>
          </a:r>
          <a:endParaRPr lang="en-AU" sz="1100" b="0" kern="1200" dirty="0">
            <a:solidFill>
              <a:schemeClr val="tx1">
                <a:lumMod val="50000"/>
                <a:lumOff val="50000"/>
              </a:schemeClr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4694749" y="224875"/>
        <a:ext cx="971294" cy="647529"/>
      </dsp:txXfrm>
    </dsp:sp>
    <dsp:sp modelId="{7DF2B565-0A8E-441A-BF4A-09FFA3B777CF}">
      <dsp:nvSpPr>
        <dsp:cNvPr id="0" name=""/>
        <dsp:cNvSpPr/>
      </dsp:nvSpPr>
      <dsp:spPr>
        <a:xfrm>
          <a:off x="5827925" y="224875"/>
          <a:ext cx="1618823" cy="647529"/>
        </a:xfrm>
        <a:prstGeom prst="chevron">
          <a:avLst/>
        </a:prstGeom>
        <a:solidFill>
          <a:schemeClr val="bg1">
            <a:lumMod val="85000"/>
          </a:schemeClr>
        </a:solidFill>
        <a:ln w="25400" cap="flat" cmpd="sng" algn="ctr">
          <a:solidFill>
            <a:schemeClr val="bg1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100" b="0" kern="1200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Visual Walkthrough (Sample Dashboard)</a:t>
          </a:r>
        </a:p>
      </dsp:txBody>
      <dsp:txXfrm>
        <a:off x="6151690" y="224875"/>
        <a:ext cx="971294" cy="647529"/>
      </dsp:txXfrm>
    </dsp:sp>
    <dsp:sp modelId="{B8574698-9433-420B-B19B-F4E8633AA23B}">
      <dsp:nvSpPr>
        <dsp:cNvPr id="0" name=""/>
        <dsp:cNvSpPr/>
      </dsp:nvSpPr>
      <dsp:spPr>
        <a:xfrm>
          <a:off x="7284866" y="224875"/>
          <a:ext cx="1618823" cy="647529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rgbClr val="FF0000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100" b="1" kern="1200" dirty="0">
              <a:solidFill>
                <a:srgbClr val="FFC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Validation &amp; Demo Feedback</a:t>
          </a:r>
        </a:p>
      </dsp:txBody>
      <dsp:txXfrm>
        <a:off x="7608631" y="224875"/>
        <a:ext cx="971294" cy="647529"/>
      </dsp:txXfrm>
    </dsp:sp>
    <dsp:sp modelId="{3DA55AF3-A82A-467D-96D8-9100C08F33A4}">
      <dsp:nvSpPr>
        <dsp:cNvPr id="0" name=""/>
        <dsp:cNvSpPr/>
      </dsp:nvSpPr>
      <dsp:spPr>
        <a:xfrm>
          <a:off x="8741807" y="224875"/>
          <a:ext cx="1618823" cy="647529"/>
        </a:xfrm>
        <a:prstGeom prst="chevron">
          <a:avLst/>
        </a:prstGeom>
        <a:solidFill>
          <a:schemeClr val="accent1"/>
        </a:solidFill>
        <a:ln w="25400" cap="flat" cmpd="sng" algn="ctr">
          <a:solidFill>
            <a:schemeClr val="bg1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100" b="0" kern="1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Value Delivered to Secora</a:t>
          </a:r>
        </a:p>
      </dsp:txBody>
      <dsp:txXfrm>
        <a:off x="9065572" y="224875"/>
        <a:ext cx="971294" cy="647529"/>
      </dsp:txXfrm>
    </dsp:sp>
    <dsp:sp modelId="{868247E5-26EA-4665-833E-D50BC559297D}">
      <dsp:nvSpPr>
        <dsp:cNvPr id="0" name=""/>
        <dsp:cNvSpPr/>
      </dsp:nvSpPr>
      <dsp:spPr>
        <a:xfrm>
          <a:off x="10198748" y="224875"/>
          <a:ext cx="1618823" cy="647529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100" kern="1200">
              <a:latin typeface="Times New Roman" panose="02020603050405020304" pitchFamily="18" charset="0"/>
              <a:cs typeface="Times New Roman" panose="02020603050405020304" pitchFamily="18" charset="0"/>
            </a:rPr>
            <a:t>Challenges &amp; Resolutions</a:t>
          </a:r>
        </a:p>
      </dsp:txBody>
      <dsp:txXfrm>
        <a:off x="10522513" y="224875"/>
        <a:ext cx="971294" cy="647529"/>
      </dsp:txXfrm>
    </dsp:sp>
    <dsp:sp modelId="{1C03E8E1-5A22-4F31-9843-0BF10B12B0A0}">
      <dsp:nvSpPr>
        <dsp:cNvPr id="0" name=""/>
        <dsp:cNvSpPr/>
      </dsp:nvSpPr>
      <dsp:spPr>
        <a:xfrm>
          <a:off x="11655689" y="224875"/>
          <a:ext cx="1618823" cy="647529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100" kern="1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Reflection &amp; Learning</a:t>
          </a:r>
        </a:p>
      </dsp:txBody>
      <dsp:txXfrm>
        <a:off x="11979454" y="224875"/>
        <a:ext cx="971294" cy="647529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319C834-8582-432B-B32B-AE320A7286E9}">
      <dsp:nvSpPr>
        <dsp:cNvPr id="0" name=""/>
        <dsp:cNvSpPr/>
      </dsp:nvSpPr>
      <dsp:spPr>
        <a:xfrm>
          <a:off x="162" y="224875"/>
          <a:ext cx="1618823" cy="647529"/>
        </a:xfrm>
        <a:prstGeom prst="chevron">
          <a:avLst/>
        </a:prstGeom>
        <a:solidFill>
          <a:schemeClr val="bg1">
            <a:lumMod val="8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100" kern="1200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Project Background &amp; Problem Statement</a:t>
          </a:r>
        </a:p>
      </dsp:txBody>
      <dsp:txXfrm>
        <a:off x="323927" y="224875"/>
        <a:ext cx="971294" cy="647529"/>
      </dsp:txXfrm>
    </dsp:sp>
    <dsp:sp modelId="{873A084E-2B6A-429D-94BE-B8A2F93E59BD}">
      <dsp:nvSpPr>
        <dsp:cNvPr id="0" name=""/>
        <dsp:cNvSpPr/>
      </dsp:nvSpPr>
      <dsp:spPr>
        <a:xfrm>
          <a:off x="1457102" y="224875"/>
          <a:ext cx="1618823" cy="647529"/>
        </a:xfrm>
        <a:prstGeom prst="chevron">
          <a:avLst/>
        </a:prstGeom>
        <a:solidFill>
          <a:schemeClr val="bg1">
            <a:lumMod val="85000"/>
          </a:schemeClr>
        </a:solidFill>
        <a:ln w="25400" cap="flat" cmpd="sng" algn="ctr">
          <a:solidFill>
            <a:schemeClr val="bg1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100" b="0" kern="1200" noProof="0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Methodology &amp; Approach</a:t>
          </a:r>
          <a:endParaRPr lang="en-AU" sz="1100" b="0" kern="1200" dirty="0">
            <a:solidFill>
              <a:schemeClr val="tx1">
                <a:lumMod val="50000"/>
                <a:lumOff val="50000"/>
              </a:schemeClr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1780867" y="224875"/>
        <a:ext cx="971294" cy="647529"/>
      </dsp:txXfrm>
    </dsp:sp>
    <dsp:sp modelId="{D60B580D-8CF1-49D4-B936-37A5041F6C2F}">
      <dsp:nvSpPr>
        <dsp:cNvPr id="0" name=""/>
        <dsp:cNvSpPr/>
      </dsp:nvSpPr>
      <dsp:spPr>
        <a:xfrm>
          <a:off x="2914043" y="224875"/>
          <a:ext cx="1618823" cy="647529"/>
        </a:xfrm>
        <a:prstGeom prst="chevron">
          <a:avLst/>
        </a:prstGeom>
        <a:solidFill>
          <a:schemeClr val="bg1">
            <a:lumMod val="85000"/>
          </a:schemeClr>
        </a:solidFill>
        <a:ln w="25400" cap="flat" cmpd="sng" algn="ctr">
          <a:solidFill>
            <a:schemeClr val="bg1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100" b="0" kern="1200" noProof="0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Justification of Techniques</a:t>
          </a:r>
          <a:endParaRPr lang="en-AU" sz="1100" b="0" kern="1200" dirty="0">
            <a:solidFill>
              <a:schemeClr val="tx1">
                <a:lumMod val="50000"/>
                <a:lumOff val="50000"/>
              </a:schemeClr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3237808" y="224875"/>
        <a:ext cx="971294" cy="647529"/>
      </dsp:txXfrm>
    </dsp:sp>
    <dsp:sp modelId="{5B7CCF94-BFA4-4CDA-9E06-30CE5A77BB15}">
      <dsp:nvSpPr>
        <dsp:cNvPr id="0" name=""/>
        <dsp:cNvSpPr/>
      </dsp:nvSpPr>
      <dsp:spPr>
        <a:xfrm>
          <a:off x="4370984" y="224875"/>
          <a:ext cx="1618823" cy="647529"/>
        </a:xfrm>
        <a:prstGeom prst="chevron">
          <a:avLst/>
        </a:prstGeom>
        <a:solidFill>
          <a:schemeClr val="bg1">
            <a:lumMod val="85000"/>
          </a:schemeClr>
        </a:solidFill>
        <a:ln w="25400" cap="flat" cmpd="sng" algn="ctr">
          <a:solidFill>
            <a:schemeClr val="bg1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100" b="0" kern="1200" noProof="0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Architecture Consistency &amp; Design</a:t>
          </a:r>
          <a:endParaRPr lang="en-AU" sz="1100" b="0" kern="1200" dirty="0">
            <a:solidFill>
              <a:schemeClr val="tx1">
                <a:lumMod val="50000"/>
                <a:lumOff val="50000"/>
              </a:schemeClr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4694749" y="224875"/>
        <a:ext cx="971294" cy="647529"/>
      </dsp:txXfrm>
    </dsp:sp>
    <dsp:sp modelId="{7DF2B565-0A8E-441A-BF4A-09FFA3B777CF}">
      <dsp:nvSpPr>
        <dsp:cNvPr id="0" name=""/>
        <dsp:cNvSpPr/>
      </dsp:nvSpPr>
      <dsp:spPr>
        <a:xfrm>
          <a:off x="5827925" y="224875"/>
          <a:ext cx="1618823" cy="647529"/>
        </a:xfrm>
        <a:prstGeom prst="chevron">
          <a:avLst/>
        </a:prstGeom>
        <a:solidFill>
          <a:schemeClr val="bg1">
            <a:lumMod val="85000"/>
          </a:schemeClr>
        </a:solidFill>
        <a:ln w="25400" cap="flat" cmpd="sng" algn="ctr">
          <a:solidFill>
            <a:schemeClr val="bg1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100" b="0" kern="1200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Visual Walkthrough (Sample Dashboard)</a:t>
          </a:r>
        </a:p>
      </dsp:txBody>
      <dsp:txXfrm>
        <a:off x="6151690" y="224875"/>
        <a:ext cx="971294" cy="647529"/>
      </dsp:txXfrm>
    </dsp:sp>
    <dsp:sp modelId="{B8574698-9433-420B-B19B-F4E8633AA23B}">
      <dsp:nvSpPr>
        <dsp:cNvPr id="0" name=""/>
        <dsp:cNvSpPr/>
      </dsp:nvSpPr>
      <dsp:spPr>
        <a:xfrm>
          <a:off x="7284866" y="224875"/>
          <a:ext cx="1618823" cy="647529"/>
        </a:xfrm>
        <a:prstGeom prst="chevron">
          <a:avLst/>
        </a:prstGeom>
        <a:solidFill>
          <a:schemeClr val="bg1">
            <a:lumMod val="8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100" kern="1200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Validation &amp; Demo Feedback</a:t>
          </a:r>
        </a:p>
      </dsp:txBody>
      <dsp:txXfrm>
        <a:off x="7608631" y="224875"/>
        <a:ext cx="971294" cy="647529"/>
      </dsp:txXfrm>
    </dsp:sp>
    <dsp:sp modelId="{3DA55AF3-A82A-467D-96D8-9100C08F33A4}">
      <dsp:nvSpPr>
        <dsp:cNvPr id="0" name=""/>
        <dsp:cNvSpPr/>
      </dsp:nvSpPr>
      <dsp:spPr>
        <a:xfrm>
          <a:off x="8741807" y="224875"/>
          <a:ext cx="1618823" cy="647529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rgbClr val="FF0000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100" b="1" kern="1200" dirty="0">
              <a:solidFill>
                <a:srgbClr val="FFC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Value Delivered to Secora</a:t>
          </a:r>
        </a:p>
      </dsp:txBody>
      <dsp:txXfrm>
        <a:off x="9065572" y="224875"/>
        <a:ext cx="971294" cy="647529"/>
      </dsp:txXfrm>
    </dsp:sp>
    <dsp:sp modelId="{BDEA618B-943D-4906-B828-E84017726872}">
      <dsp:nvSpPr>
        <dsp:cNvPr id="0" name=""/>
        <dsp:cNvSpPr/>
      </dsp:nvSpPr>
      <dsp:spPr>
        <a:xfrm>
          <a:off x="10198748" y="224875"/>
          <a:ext cx="1618823" cy="647529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100" kern="1200">
              <a:latin typeface="Times New Roman" panose="02020603050405020304" pitchFamily="18" charset="0"/>
              <a:cs typeface="Times New Roman" panose="02020603050405020304" pitchFamily="18" charset="0"/>
            </a:rPr>
            <a:t>Challenges &amp; Resolutions</a:t>
          </a:r>
        </a:p>
      </dsp:txBody>
      <dsp:txXfrm>
        <a:off x="10522513" y="224875"/>
        <a:ext cx="971294" cy="647529"/>
      </dsp:txXfrm>
    </dsp:sp>
    <dsp:sp modelId="{1C03E8E1-5A22-4F31-9843-0BF10B12B0A0}">
      <dsp:nvSpPr>
        <dsp:cNvPr id="0" name=""/>
        <dsp:cNvSpPr/>
      </dsp:nvSpPr>
      <dsp:spPr>
        <a:xfrm>
          <a:off x="11655689" y="224875"/>
          <a:ext cx="1618823" cy="647529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100" kern="1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Reflection &amp; Learning</a:t>
          </a:r>
        </a:p>
      </dsp:txBody>
      <dsp:txXfrm>
        <a:off x="11979454" y="224875"/>
        <a:ext cx="971294" cy="647529"/>
      </dsp:txXfrm>
    </dsp:sp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319C834-8582-432B-B32B-AE320A7286E9}">
      <dsp:nvSpPr>
        <dsp:cNvPr id="0" name=""/>
        <dsp:cNvSpPr/>
      </dsp:nvSpPr>
      <dsp:spPr>
        <a:xfrm>
          <a:off x="162" y="224875"/>
          <a:ext cx="1618823" cy="647529"/>
        </a:xfrm>
        <a:prstGeom prst="chevron">
          <a:avLst/>
        </a:prstGeom>
        <a:solidFill>
          <a:schemeClr val="bg1">
            <a:lumMod val="8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100" kern="1200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Project Background &amp; Problem Statement</a:t>
          </a:r>
        </a:p>
      </dsp:txBody>
      <dsp:txXfrm>
        <a:off x="323927" y="224875"/>
        <a:ext cx="971294" cy="647529"/>
      </dsp:txXfrm>
    </dsp:sp>
    <dsp:sp modelId="{873A084E-2B6A-429D-94BE-B8A2F93E59BD}">
      <dsp:nvSpPr>
        <dsp:cNvPr id="0" name=""/>
        <dsp:cNvSpPr/>
      </dsp:nvSpPr>
      <dsp:spPr>
        <a:xfrm>
          <a:off x="1457102" y="224875"/>
          <a:ext cx="1618823" cy="647529"/>
        </a:xfrm>
        <a:prstGeom prst="chevron">
          <a:avLst/>
        </a:prstGeom>
        <a:solidFill>
          <a:schemeClr val="bg1">
            <a:lumMod val="85000"/>
          </a:schemeClr>
        </a:solidFill>
        <a:ln w="25400" cap="flat" cmpd="sng" algn="ctr">
          <a:solidFill>
            <a:schemeClr val="bg1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100" b="0" kern="1200" noProof="0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Methodology &amp; Approach</a:t>
          </a:r>
          <a:endParaRPr lang="en-AU" sz="1100" b="0" kern="1200" dirty="0">
            <a:solidFill>
              <a:schemeClr val="tx1">
                <a:lumMod val="50000"/>
                <a:lumOff val="50000"/>
              </a:schemeClr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1780867" y="224875"/>
        <a:ext cx="971294" cy="647529"/>
      </dsp:txXfrm>
    </dsp:sp>
    <dsp:sp modelId="{D60B580D-8CF1-49D4-B936-37A5041F6C2F}">
      <dsp:nvSpPr>
        <dsp:cNvPr id="0" name=""/>
        <dsp:cNvSpPr/>
      </dsp:nvSpPr>
      <dsp:spPr>
        <a:xfrm>
          <a:off x="2914043" y="224875"/>
          <a:ext cx="1618823" cy="647529"/>
        </a:xfrm>
        <a:prstGeom prst="chevron">
          <a:avLst/>
        </a:prstGeom>
        <a:solidFill>
          <a:schemeClr val="bg1">
            <a:lumMod val="85000"/>
          </a:schemeClr>
        </a:solidFill>
        <a:ln w="25400" cap="flat" cmpd="sng" algn="ctr">
          <a:solidFill>
            <a:schemeClr val="bg1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100" b="0" kern="1200" noProof="0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Justification of Techniques</a:t>
          </a:r>
          <a:endParaRPr lang="en-AU" sz="1100" b="0" kern="1200" dirty="0">
            <a:solidFill>
              <a:schemeClr val="tx1">
                <a:lumMod val="50000"/>
                <a:lumOff val="50000"/>
              </a:schemeClr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3237808" y="224875"/>
        <a:ext cx="971294" cy="647529"/>
      </dsp:txXfrm>
    </dsp:sp>
    <dsp:sp modelId="{5B7CCF94-BFA4-4CDA-9E06-30CE5A77BB15}">
      <dsp:nvSpPr>
        <dsp:cNvPr id="0" name=""/>
        <dsp:cNvSpPr/>
      </dsp:nvSpPr>
      <dsp:spPr>
        <a:xfrm>
          <a:off x="4370984" y="224875"/>
          <a:ext cx="1618823" cy="647529"/>
        </a:xfrm>
        <a:prstGeom prst="chevron">
          <a:avLst/>
        </a:prstGeom>
        <a:solidFill>
          <a:schemeClr val="bg1">
            <a:lumMod val="85000"/>
          </a:schemeClr>
        </a:solidFill>
        <a:ln w="25400" cap="flat" cmpd="sng" algn="ctr">
          <a:solidFill>
            <a:schemeClr val="bg1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100" b="0" kern="1200" noProof="0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Architecture Consistency &amp; Design</a:t>
          </a:r>
          <a:endParaRPr lang="en-AU" sz="1100" b="0" kern="1200" dirty="0">
            <a:solidFill>
              <a:schemeClr val="tx1">
                <a:lumMod val="50000"/>
                <a:lumOff val="50000"/>
              </a:schemeClr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4694749" y="224875"/>
        <a:ext cx="971294" cy="647529"/>
      </dsp:txXfrm>
    </dsp:sp>
    <dsp:sp modelId="{7DF2B565-0A8E-441A-BF4A-09FFA3B777CF}">
      <dsp:nvSpPr>
        <dsp:cNvPr id="0" name=""/>
        <dsp:cNvSpPr/>
      </dsp:nvSpPr>
      <dsp:spPr>
        <a:xfrm>
          <a:off x="5827925" y="224875"/>
          <a:ext cx="1618823" cy="647529"/>
        </a:xfrm>
        <a:prstGeom prst="chevron">
          <a:avLst/>
        </a:prstGeom>
        <a:solidFill>
          <a:schemeClr val="bg1">
            <a:lumMod val="85000"/>
          </a:schemeClr>
        </a:solidFill>
        <a:ln w="25400" cap="flat" cmpd="sng" algn="ctr">
          <a:solidFill>
            <a:schemeClr val="bg1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100" b="0" kern="1200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Visual Walkthrough (Sample Dashboard)</a:t>
          </a:r>
        </a:p>
      </dsp:txBody>
      <dsp:txXfrm>
        <a:off x="6151690" y="224875"/>
        <a:ext cx="971294" cy="647529"/>
      </dsp:txXfrm>
    </dsp:sp>
    <dsp:sp modelId="{B8574698-9433-420B-B19B-F4E8633AA23B}">
      <dsp:nvSpPr>
        <dsp:cNvPr id="0" name=""/>
        <dsp:cNvSpPr/>
      </dsp:nvSpPr>
      <dsp:spPr>
        <a:xfrm>
          <a:off x="7284866" y="224875"/>
          <a:ext cx="1618823" cy="647529"/>
        </a:xfrm>
        <a:prstGeom prst="chevron">
          <a:avLst/>
        </a:prstGeom>
        <a:solidFill>
          <a:schemeClr val="bg1">
            <a:lumMod val="85000"/>
          </a:schemeClr>
        </a:solidFill>
        <a:ln w="25400" cap="flat" cmpd="sng" algn="ctr">
          <a:solidFill>
            <a:schemeClr val="bg1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100" b="0" kern="1200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Validation &amp; Demo Feedback</a:t>
          </a:r>
        </a:p>
      </dsp:txBody>
      <dsp:txXfrm>
        <a:off x="7608631" y="224875"/>
        <a:ext cx="971294" cy="647529"/>
      </dsp:txXfrm>
    </dsp:sp>
    <dsp:sp modelId="{3DA55AF3-A82A-467D-96D8-9100C08F33A4}">
      <dsp:nvSpPr>
        <dsp:cNvPr id="0" name=""/>
        <dsp:cNvSpPr/>
      </dsp:nvSpPr>
      <dsp:spPr>
        <a:xfrm>
          <a:off x="8741807" y="224875"/>
          <a:ext cx="1618823" cy="647529"/>
        </a:xfrm>
        <a:prstGeom prst="chevron">
          <a:avLst/>
        </a:prstGeom>
        <a:solidFill>
          <a:schemeClr val="bg1">
            <a:lumMod val="85000"/>
          </a:schemeClr>
        </a:solidFill>
        <a:ln w="25400" cap="flat" cmpd="sng" algn="ctr">
          <a:solidFill>
            <a:schemeClr val="bg1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100" b="0" kern="1200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Value Delivered to Secora</a:t>
          </a:r>
        </a:p>
      </dsp:txBody>
      <dsp:txXfrm>
        <a:off x="9065572" y="224875"/>
        <a:ext cx="971294" cy="647529"/>
      </dsp:txXfrm>
    </dsp:sp>
    <dsp:sp modelId="{FC35096E-F26F-427A-8919-F8867DF23A0D}">
      <dsp:nvSpPr>
        <dsp:cNvPr id="0" name=""/>
        <dsp:cNvSpPr/>
      </dsp:nvSpPr>
      <dsp:spPr>
        <a:xfrm>
          <a:off x="10198748" y="224875"/>
          <a:ext cx="1618823" cy="647529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rgbClr val="FF0000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100" b="1" kern="1200" dirty="0">
              <a:solidFill>
                <a:srgbClr val="FFC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Challenges &amp; Resolutions</a:t>
          </a:r>
        </a:p>
      </dsp:txBody>
      <dsp:txXfrm>
        <a:off x="10522513" y="224875"/>
        <a:ext cx="971294" cy="647529"/>
      </dsp:txXfrm>
    </dsp:sp>
    <dsp:sp modelId="{1C03E8E1-5A22-4F31-9843-0BF10B12B0A0}">
      <dsp:nvSpPr>
        <dsp:cNvPr id="0" name=""/>
        <dsp:cNvSpPr/>
      </dsp:nvSpPr>
      <dsp:spPr>
        <a:xfrm>
          <a:off x="11655689" y="224875"/>
          <a:ext cx="1618823" cy="647529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100" kern="1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Reflection &amp; Learning</a:t>
          </a:r>
        </a:p>
      </dsp:txBody>
      <dsp:txXfrm>
        <a:off x="11979454" y="224875"/>
        <a:ext cx="971294" cy="647529"/>
      </dsp:txXfrm>
    </dsp:sp>
  </dsp:spTree>
</dsp:drawing>
</file>

<file path=ppt/diagrams/drawing1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319C834-8582-432B-B32B-AE320A7286E9}">
      <dsp:nvSpPr>
        <dsp:cNvPr id="0" name=""/>
        <dsp:cNvSpPr/>
      </dsp:nvSpPr>
      <dsp:spPr>
        <a:xfrm>
          <a:off x="162" y="224875"/>
          <a:ext cx="1618823" cy="647529"/>
        </a:xfrm>
        <a:prstGeom prst="chevron">
          <a:avLst/>
        </a:prstGeom>
        <a:solidFill>
          <a:schemeClr val="bg1">
            <a:lumMod val="8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100" kern="1200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Project Background &amp; Problem Statement</a:t>
          </a:r>
        </a:p>
      </dsp:txBody>
      <dsp:txXfrm>
        <a:off x="323927" y="224875"/>
        <a:ext cx="971294" cy="647529"/>
      </dsp:txXfrm>
    </dsp:sp>
    <dsp:sp modelId="{873A084E-2B6A-429D-94BE-B8A2F93E59BD}">
      <dsp:nvSpPr>
        <dsp:cNvPr id="0" name=""/>
        <dsp:cNvSpPr/>
      </dsp:nvSpPr>
      <dsp:spPr>
        <a:xfrm>
          <a:off x="1457102" y="224875"/>
          <a:ext cx="1618823" cy="647529"/>
        </a:xfrm>
        <a:prstGeom prst="chevron">
          <a:avLst/>
        </a:prstGeom>
        <a:solidFill>
          <a:schemeClr val="bg1">
            <a:lumMod val="85000"/>
          </a:schemeClr>
        </a:solidFill>
        <a:ln w="25400" cap="flat" cmpd="sng" algn="ctr">
          <a:solidFill>
            <a:schemeClr val="bg1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100" b="0" kern="1200" noProof="0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Methodology &amp; Approach</a:t>
          </a:r>
          <a:endParaRPr lang="en-AU" sz="1100" b="0" kern="1200" dirty="0">
            <a:solidFill>
              <a:schemeClr val="tx1">
                <a:lumMod val="50000"/>
                <a:lumOff val="50000"/>
              </a:schemeClr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1780867" y="224875"/>
        <a:ext cx="971294" cy="647529"/>
      </dsp:txXfrm>
    </dsp:sp>
    <dsp:sp modelId="{D60B580D-8CF1-49D4-B936-37A5041F6C2F}">
      <dsp:nvSpPr>
        <dsp:cNvPr id="0" name=""/>
        <dsp:cNvSpPr/>
      </dsp:nvSpPr>
      <dsp:spPr>
        <a:xfrm>
          <a:off x="2914043" y="224875"/>
          <a:ext cx="1618823" cy="647529"/>
        </a:xfrm>
        <a:prstGeom prst="chevron">
          <a:avLst/>
        </a:prstGeom>
        <a:solidFill>
          <a:schemeClr val="bg1">
            <a:lumMod val="85000"/>
          </a:schemeClr>
        </a:solidFill>
        <a:ln w="25400" cap="flat" cmpd="sng" algn="ctr">
          <a:solidFill>
            <a:schemeClr val="bg1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100" b="0" kern="1200" noProof="0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Justification of Techniques</a:t>
          </a:r>
          <a:endParaRPr lang="en-AU" sz="1100" b="0" kern="1200" dirty="0">
            <a:solidFill>
              <a:schemeClr val="tx1">
                <a:lumMod val="50000"/>
                <a:lumOff val="50000"/>
              </a:schemeClr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3237808" y="224875"/>
        <a:ext cx="971294" cy="647529"/>
      </dsp:txXfrm>
    </dsp:sp>
    <dsp:sp modelId="{5B7CCF94-BFA4-4CDA-9E06-30CE5A77BB15}">
      <dsp:nvSpPr>
        <dsp:cNvPr id="0" name=""/>
        <dsp:cNvSpPr/>
      </dsp:nvSpPr>
      <dsp:spPr>
        <a:xfrm>
          <a:off x="4370984" y="224875"/>
          <a:ext cx="1618823" cy="647529"/>
        </a:xfrm>
        <a:prstGeom prst="chevron">
          <a:avLst/>
        </a:prstGeom>
        <a:solidFill>
          <a:schemeClr val="bg1">
            <a:lumMod val="85000"/>
          </a:schemeClr>
        </a:solidFill>
        <a:ln w="25400" cap="flat" cmpd="sng" algn="ctr">
          <a:solidFill>
            <a:schemeClr val="bg1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100" b="0" kern="1200" noProof="0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Architecture Consistency &amp; Design</a:t>
          </a:r>
          <a:endParaRPr lang="en-AU" sz="1100" b="0" kern="1200" dirty="0">
            <a:solidFill>
              <a:schemeClr val="tx1">
                <a:lumMod val="50000"/>
                <a:lumOff val="50000"/>
              </a:schemeClr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4694749" y="224875"/>
        <a:ext cx="971294" cy="647529"/>
      </dsp:txXfrm>
    </dsp:sp>
    <dsp:sp modelId="{7DF2B565-0A8E-441A-BF4A-09FFA3B777CF}">
      <dsp:nvSpPr>
        <dsp:cNvPr id="0" name=""/>
        <dsp:cNvSpPr/>
      </dsp:nvSpPr>
      <dsp:spPr>
        <a:xfrm>
          <a:off x="5827925" y="224875"/>
          <a:ext cx="1618823" cy="647529"/>
        </a:xfrm>
        <a:prstGeom prst="chevron">
          <a:avLst/>
        </a:prstGeom>
        <a:solidFill>
          <a:schemeClr val="bg1">
            <a:lumMod val="85000"/>
          </a:schemeClr>
        </a:solidFill>
        <a:ln w="25400" cap="flat" cmpd="sng" algn="ctr">
          <a:solidFill>
            <a:schemeClr val="bg1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100" b="0" kern="1200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Visual Walkthrough (Sample Dashboard)</a:t>
          </a:r>
        </a:p>
      </dsp:txBody>
      <dsp:txXfrm>
        <a:off x="6151690" y="224875"/>
        <a:ext cx="971294" cy="647529"/>
      </dsp:txXfrm>
    </dsp:sp>
    <dsp:sp modelId="{B8574698-9433-420B-B19B-F4E8633AA23B}">
      <dsp:nvSpPr>
        <dsp:cNvPr id="0" name=""/>
        <dsp:cNvSpPr/>
      </dsp:nvSpPr>
      <dsp:spPr>
        <a:xfrm>
          <a:off x="7284866" y="224875"/>
          <a:ext cx="1618823" cy="647529"/>
        </a:xfrm>
        <a:prstGeom prst="chevron">
          <a:avLst/>
        </a:prstGeom>
        <a:solidFill>
          <a:schemeClr val="bg1">
            <a:lumMod val="85000"/>
          </a:schemeClr>
        </a:solidFill>
        <a:ln w="25400" cap="flat" cmpd="sng" algn="ctr">
          <a:solidFill>
            <a:schemeClr val="bg1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100" b="0" kern="1200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Validation &amp; Demo Feedback</a:t>
          </a:r>
        </a:p>
      </dsp:txBody>
      <dsp:txXfrm>
        <a:off x="7608631" y="224875"/>
        <a:ext cx="971294" cy="647529"/>
      </dsp:txXfrm>
    </dsp:sp>
    <dsp:sp modelId="{3DA55AF3-A82A-467D-96D8-9100C08F33A4}">
      <dsp:nvSpPr>
        <dsp:cNvPr id="0" name=""/>
        <dsp:cNvSpPr/>
      </dsp:nvSpPr>
      <dsp:spPr>
        <a:xfrm>
          <a:off x="8741807" y="224875"/>
          <a:ext cx="1618823" cy="647529"/>
        </a:xfrm>
        <a:prstGeom prst="chevron">
          <a:avLst/>
        </a:prstGeom>
        <a:solidFill>
          <a:schemeClr val="bg1">
            <a:lumMod val="85000"/>
          </a:schemeClr>
        </a:solidFill>
        <a:ln w="25400" cap="flat" cmpd="sng" algn="ctr">
          <a:solidFill>
            <a:schemeClr val="bg1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100" b="0" kern="1200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Value Delivered to Secora</a:t>
          </a:r>
        </a:p>
      </dsp:txBody>
      <dsp:txXfrm>
        <a:off x="9065572" y="224875"/>
        <a:ext cx="971294" cy="647529"/>
      </dsp:txXfrm>
    </dsp:sp>
    <dsp:sp modelId="{FC35096E-F26F-427A-8919-F8867DF23A0D}">
      <dsp:nvSpPr>
        <dsp:cNvPr id="0" name=""/>
        <dsp:cNvSpPr/>
      </dsp:nvSpPr>
      <dsp:spPr>
        <a:xfrm>
          <a:off x="10198748" y="224875"/>
          <a:ext cx="1618823" cy="647529"/>
        </a:xfrm>
        <a:prstGeom prst="chevron">
          <a:avLst/>
        </a:prstGeom>
        <a:solidFill>
          <a:schemeClr val="bg1">
            <a:lumMod val="85000"/>
          </a:schemeClr>
        </a:solidFill>
        <a:ln w="25400" cap="flat" cmpd="sng" algn="ctr">
          <a:solidFill>
            <a:schemeClr val="bg1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100" b="0" kern="1200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Challenges &amp; Resolutions</a:t>
          </a:r>
        </a:p>
      </dsp:txBody>
      <dsp:txXfrm>
        <a:off x="10522513" y="224875"/>
        <a:ext cx="971294" cy="647529"/>
      </dsp:txXfrm>
    </dsp:sp>
    <dsp:sp modelId="{1C03E8E1-5A22-4F31-9843-0BF10B12B0A0}">
      <dsp:nvSpPr>
        <dsp:cNvPr id="0" name=""/>
        <dsp:cNvSpPr/>
      </dsp:nvSpPr>
      <dsp:spPr>
        <a:xfrm>
          <a:off x="11655689" y="224875"/>
          <a:ext cx="1618823" cy="647529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rgbClr val="FF0000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100" b="1" kern="1200" dirty="0">
              <a:solidFill>
                <a:srgbClr val="FFC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Reflection &amp; Learning</a:t>
          </a:r>
        </a:p>
      </dsp:txBody>
      <dsp:txXfrm>
        <a:off x="11979454" y="224875"/>
        <a:ext cx="971294" cy="647529"/>
      </dsp:txXfrm>
    </dsp:sp>
  </dsp:spTree>
</dsp:drawing>
</file>

<file path=ppt/diagrams/drawing1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319C834-8582-432B-B32B-AE320A7286E9}">
      <dsp:nvSpPr>
        <dsp:cNvPr id="0" name=""/>
        <dsp:cNvSpPr/>
      </dsp:nvSpPr>
      <dsp:spPr>
        <a:xfrm>
          <a:off x="162" y="224875"/>
          <a:ext cx="1618823" cy="647529"/>
        </a:xfrm>
        <a:prstGeom prst="chevron">
          <a:avLst/>
        </a:prstGeom>
        <a:solidFill>
          <a:schemeClr val="bg1">
            <a:lumMod val="8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100" kern="1200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Project Background &amp; Problem Statement</a:t>
          </a:r>
        </a:p>
      </dsp:txBody>
      <dsp:txXfrm>
        <a:off x="323927" y="224875"/>
        <a:ext cx="971294" cy="647529"/>
      </dsp:txXfrm>
    </dsp:sp>
    <dsp:sp modelId="{873A084E-2B6A-429D-94BE-B8A2F93E59BD}">
      <dsp:nvSpPr>
        <dsp:cNvPr id="0" name=""/>
        <dsp:cNvSpPr/>
      </dsp:nvSpPr>
      <dsp:spPr>
        <a:xfrm>
          <a:off x="1457102" y="224875"/>
          <a:ext cx="1618823" cy="647529"/>
        </a:xfrm>
        <a:prstGeom prst="chevron">
          <a:avLst/>
        </a:prstGeom>
        <a:solidFill>
          <a:schemeClr val="bg1">
            <a:lumMod val="85000"/>
          </a:schemeClr>
        </a:solidFill>
        <a:ln w="25400" cap="flat" cmpd="sng" algn="ctr">
          <a:solidFill>
            <a:schemeClr val="bg1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100" b="0" kern="1200" noProof="0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Methodology &amp; Approach</a:t>
          </a:r>
          <a:endParaRPr lang="en-AU" sz="1100" b="0" kern="1200" dirty="0">
            <a:solidFill>
              <a:schemeClr val="tx1">
                <a:lumMod val="50000"/>
                <a:lumOff val="50000"/>
              </a:schemeClr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1780867" y="224875"/>
        <a:ext cx="971294" cy="647529"/>
      </dsp:txXfrm>
    </dsp:sp>
    <dsp:sp modelId="{D60B580D-8CF1-49D4-B936-37A5041F6C2F}">
      <dsp:nvSpPr>
        <dsp:cNvPr id="0" name=""/>
        <dsp:cNvSpPr/>
      </dsp:nvSpPr>
      <dsp:spPr>
        <a:xfrm>
          <a:off x="2914043" y="224875"/>
          <a:ext cx="1618823" cy="647529"/>
        </a:xfrm>
        <a:prstGeom prst="chevron">
          <a:avLst/>
        </a:prstGeom>
        <a:solidFill>
          <a:schemeClr val="bg1">
            <a:lumMod val="85000"/>
          </a:schemeClr>
        </a:solidFill>
        <a:ln w="25400" cap="flat" cmpd="sng" algn="ctr">
          <a:solidFill>
            <a:schemeClr val="bg1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100" b="0" kern="1200" noProof="0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Justification of Techniques</a:t>
          </a:r>
          <a:endParaRPr lang="en-AU" sz="1100" b="0" kern="1200" dirty="0">
            <a:solidFill>
              <a:schemeClr val="tx1">
                <a:lumMod val="50000"/>
                <a:lumOff val="50000"/>
              </a:schemeClr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3237808" y="224875"/>
        <a:ext cx="971294" cy="647529"/>
      </dsp:txXfrm>
    </dsp:sp>
    <dsp:sp modelId="{5B7CCF94-BFA4-4CDA-9E06-30CE5A77BB15}">
      <dsp:nvSpPr>
        <dsp:cNvPr id="0" name=""/>
        <dsp:cNvSpPr/>
      </dsp:nvSpPr>
      <dsp:spPr>
        <a:xfrm>
          <a:off x="4370984" y="224875"/>
          <a:ext cx="1618823" cy="647529"/>
        </a:xfrm>
        <a:prstGeom prst="chevron">
          <a:avLst/>
        </a:prstGeom>
        <a:solidFill>
          <a:schemeClr val="bg1">
            <a:lumMod val="85000"/>
          </a:schemeClr>
        </a:solidFill>
        <a:ln w="25400" cap="flat" cmpd="sng" algn="ctr">
          <a:solidFill>
            <a:schemeClr val="bg1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100" b="0" kern="1200" noProof="0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Architecture Consistency &amp; Design</a:t>
          </a:r>
          <a:endParaRPr lang="en-AU" sz="1100" b="0" kern="1200" dirty="0">
            <a:solidFill>
              <a:schemeClr val="tx1">
                <a:lumMod val="50000"/>
                <a:lumOff val="50000"/>
              </a:schemeClr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4694749" y="224875"/>
        <a:ext cx="971294" cy="647529"/>
      </dsp:txXfrm>
    </dsp:sp>
    <dsp:sp modelId="{7DF2B565-0A8E-441A-BF4A-09FFA3B777CF}">
      <dsp:nvSpPr>
        <dsp:cNvPr id="0" name=""/>
        <dsp:cNvSpPr/>
      </dsp:nvSpPr>
      <dsp:spPr>
        <a:xfrm>
          <a:off x="5827925" y="224875"/>
          <a:ext cx="1618823" cy="647529"/>
        </a:xfrm>
        <a:prstGeom prst="chevron">
          <a:avLst/>
        </a:prstGeom>
        <a:solidFill>
          <a:schemeClr val="bg1">
            <a:lumMod val="85000"/>
          </a:schemeClr>
        </a:solidFill>
        <a:ln w="25400" cap="flat" cmpd="sng" algn="ctr">
          <a:solidFill>
            <a:schemeClr val="bg1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100" b="0" kern="1200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Visual Walkthrough (Sample Dashboard)</a:t>
          </a:r>
        </a:p>
      </dsp:txBody>
      <dsp:txXfrm>
        <a:off x="6151690" y="224875"/>
        <a:ext cx="971294" cy="647529"/>
      </dsp:txXfrm>
    </dsp:sp>
    <dsp:sp modelId="{B8574698-9433-420B-B19B-F4E8633AA23B}">
      <dsp:nvSpPr>
        <dsp:cNvPr id="0" name=""/>
        <dsp:cNvSpPr/>
      </dsp:nvSpPr>
      <dsp:spPr>
        <a:xfrm>
          <a:off x="7284866" y="224875"/>
          <a:ext cx="1618823" cy="647529"/>
        </a:xfrm>
        <a:prstGeom prst="chevron">
          <a:avLst/>
        </a:prstGeom>
        <a:solidFill>
          <a:schemeClr val="bg1">
            <a:lumMod val="85000"/>
          </a:schemeClr>
        </a:solidFill>
        <a:ln w="25400" cap="flat" cmpd="sng" algn="ctr">
          <a:solidFill>
            <a:schemeClr val="bg1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100" b="0" kern="1200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Validation &amp; Demo Feedback</a:t>
          </a:r>
        </a:p>
      </dsp:txBody>
      <dsp:txXfrm>
        <a:off x="7608631" y="224875"/>
        <a:ext cx="971294" cy="647529"/>
      </dsp:txXfrm>
    </dsp:sp>
    <dsp:sp modelId="{3DA55AF3-A82A-467D-96D8-9100C08F33A4}">
      <dsp:nvSpPr>
        <dsp:cNvPr id="0" name=""/>
        <dsp:cNvSpPr/>
      </dsp:nvSpPr>
      <dsp:spPr>
        <a:xfrm>
          <a:off x="8741807" y="224875"/>
          <a:ext cx="1618823" cy="647529"/>
        </a:xfrm>
        <a:prstGeom prst="chevron">
          <a:avLst/>
        </a:prstGeom>
        <a:solidFill>
          <a:schemeClr val="bg1">
            <a:lumMod val="85000"/>
          </a:schemeClr>
        </a:solidFill>
        <a:ln w="25400" cap="flat" cmpd="sng" algn="ctr">
          <a:solidFill>
            <a:schemeClr val="bg1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100" b="0" kern="1200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Value Delivered to Secora</a:t>
          </a:r>
        </a:p>
      </dsp:txBody>
      <dsp:txXfrm>
        <a:off x="9065572" y="224875"/>
        <a:ext cx="971294" cy="647529"/>
      </dsp:txXfrm>
    </dsp:sp>
    <dsp:sp modelId="{FC35096E-F26F-427A-8919-F8867DF23A0D}">
      <dsp:nvSpPr>
        <dsp:cNvPr id="0" name=""/>
        <dsp:cNvSpPr/>
      </dsp:nvSpPr>
      <dsp:spPr>
        <a:xfrm>
          <a:off x="10198748" y="224875"/>
          <a:ext cx="1618823" cy="647529"/>
        </a:xfrm>
        <a:prstGeom prst="chevron">
          <a:avLst/>
        </a:prstGeom>
        <a:solidFill>
          <a:schemeClr val="bg1">
            <a:lumMod val="85000"/>
          </a:schemeClr>
        </a:solidFill>
        <a:ln w="25400" cap="flat" cmpd="sng" algn="ctr">
          <a:solidFill>
            <a:schemeClr val="bg1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100" b="0" kern="1200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Challenges &amp; Resolutions</a:t>
          </a:r>
        </a:p>
      </dsp:txBody>
      <dsp:txXfrm>
        <a:off x="10522513" y="224875"/>
        <a:ext cx="971294" cy="647529"/>
      </dsp:txXfrm>
    </dsp:sp>
    <dsp:sp modelId="{1C03E8E1-5A22-4F31-9843-0BF10B12B0A0}">
      <dsp:nvSpPr>
        <dsp:cNvPr id="0" name=""/>
        <dsp:cNvSpPr/>
      </dsp:nvSpPr>
      <dsp:spPr>
        <a:xfrm>
          <a:off x="11655689" y="224875"/>
          <a:ext cx="1618823" cy="647529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rgbClr val="FF0000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100" b="1" kern="1200" dirty="0">
              <a:solidFill>
                <a:srgbClr val="FFC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Reflection &amp; Learning</a:t>
          </a:r>
        </a:p>
      </dsp:txBody>
      <dsp:txXfrm>
        <a:off x="11979454" y="224875"/>
        <a:ext cx="971294" cy="64752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Process3">
  <dgm:title val=""/>
  <dgm:desc val=""/>
  <dgm:catLst>
    <dgm:cat type="process" pri="11000"/>
    <dgm:cat type="convert" pri="1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1" destId="2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51" srcId="1" destId="11" srcOrd="0" destOrd="0"/>
        <dgm:cxn modelId="61" srcId="2" destId="21" srcOrd="0" destOrd="0"/>
        <dgm:cxn modelId="71" srcId="3" destId="31" srcOrd="0" destOrd="0"/>
        <dgm:cxn modelId="81" srcId="4" destId="41" srcOrd="0" destOrd="0"/>
      </dgm:cxnLst>
      <dgm:bg/>
      <dgm:whole/>
    </dgm:dataModel>
  </dgm:clrData>
  <dgm:layoutNode name="Name0">
    <dgm:varLst>
      <dgm:chPref val="3"/>
      <dgm:dir/>
      <dgm:animLvl val="lvl"/>
      <dgm:resizeHandles/>
    </dgm:varLst>
    <dgm:choose name="Name1">
      <dgm:if name="Name2" func="var" arg="dir" op="equ" val="norm">
        <dgm:alg type="lin">
          <dgm:param type="linDir" val="fromT"/>
          <dgm:param type="vertAlign" val="mid"/>
          <dgm:param type="nodeHorzAlign" val="l"/>
          <dgm:param type="nodeVertAlign" val="t"/>
          <dgm:param type="fallback" val="2D"/>
        </dgm:alg>
      </dgm:if>
      <dgm:else name="Name3">
        <dgm:alg type="lin">
          <dgm:param type="linDir" val="fromT"/>
          <dgm:param type="vertAlign" val="mid"/>
          <dgm:param type="nodeHorzAlign" val="r"/>
          <dgm:param type="nodeVertAlign" val="t"/>
          <dgm:param type="fallback" val="2D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bigChev" refType="w"/>
      <dgm:constr type="h" for="des" forName="bigChev" refType="w" refFor="des" refForName="bigChev" op="equ" fact="0.4"/>
      <dgm:constr type="w" for="des" forName="node" refType="w" refFor="des" refForName="bigChev" fact="0.83"/>
      <dgm:constr type="h" for="des" forName="node" refType="w" refFor="des" refForName="node" op="equ" fact="0.4"/>
      <dgm:constr type="w" for="des" forName="parTrans" refType="w" refFor="des" refForName="bigChev" op="equ" fact="-0.13"/>
      <dgm:constr type="w" for="des" forName="sibTrans" refType="w" refFor="des" refForName="node" op="equ" fact="-0.14"/>
      <dgm:constr type="h" for="ch" forName="vSp" refType="h" refFor="des" refForName="bigChev" op="equ" fact="0.14"/>
      <dgm:constr type="primFontSz" for="des" forName="node" op="equ"/>
      <dgm:constr type="primFontSz" for="des" forName="bigChev" op="equ"/>
    </dgm:constrLst>
    <dgm:ruleLst/>
    <dgm:forEach name="Name4" axis="ch" ptType="node">
      <dgm:layoutNode name="horFlow">
        <dgm:choose name="Name5">
          <dgm:if name="Name6" func="var" arg="dir" op="equ" val="norm">
            <dgm:alg type="lin">
              <dgm:param type="linDir" val="fromL"/>
              <dgm:param type="nodeHorzAlign" val="l"/>
              <dgm:param type="nodeVertAlign" val="mid"/>
              <dgm:param type="fallback" val="2D"/>
            </dgm:alg>
          </dgm:if>
          <dgm:else name="Name7">
            <dgm:alg type="lin">
              <dgm:param type="linDir" val="fromR"/>
              <dgm:param type="nodeHorzAlign" val="r"/>
              <dgm:param type="nodeVertAlign" val="mid"/>
              <dgm:param type="fallback" val="2D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bigChev" styleLbl="node1">
          <dgm:alg type="tx"/>
          <dgm:choose name="Name8">
            <dgm:if name="Name9" func="var" arg="dir" op="equ" val="norm">
              <dgm:shape xmlns:r="http://schemas.openxmlformats.org/officeDocument/2006/relationships" type="chevron" r:blip="">
                <dgm:adjLst/>
              </dgm:shape>
              <dgm:presOf axis="self"/>
              <dgm:constrLst>
                <dgm:constr type="primFontSz" val="65"/>
                <dgm:constr type="rMarg"/>
                <dgm:constr type="lMarg" refType="primFontSz" fact="0.1"/>
                <dgm:constr type="tMarg" refType="primFontSz" fact="0.05"/>
                <dgm:constr type="bMarg" refType="primFontSz" fact="0.05"/>
              </dgm:constrLst>
            </dgm:if>
            <dgm:else name="Name10">
              <dgm:shape xmlns:r="http://schemas.openxmlformats.org/officeDocument/2006/relationships" rot="180" type="chevron" r:blip="">
                <dgm:adjLst/>
              </dgm:shape>
              <dgm:presOf axis="self"/>
              <dgm:constrLst>
                <dgm:constr type="primFontSz" val="65"/>
                <dgm:constr type="lMarg"/>
                <dgm:constr type="rMarg" refType="primFontSz" fact="0.1"/>
                <dgm:constr type="tMarg" refType="primFontSz" fact="0.05"/>
                <dgm:constr type="bMarg" refType="primFontSz" fact="0.05"/>
              </dgm:constrLst>
            </dgm:else>
          </dgm:choose>
          <dgm:ruleLst>
            <dgm:rule type="primFontSz" val="5" fact="NaN" max="NaN"/>
          </dgm:ruleLst>
        </dgm:layoutNode>
        <dgm:forEach name="parTransForEach" axis="ch" ptType="parTrans" cnt="1">
          <dgm:layoutNode name="par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  <dgm:forEach name="Name11" axis="ch" ptType="node">
          <dgm:layoutNode name="node" styleLbl="alignAccFollowNode1">
            <dgm:varLst>
              <dgm:bulletEnabled val="1"/>
            </dgm:varLst>
            <dgm:alg type="tx"/>
            <dgm:choose name="Name12">
              <dgm:if name="Name13" func="var" arg="dir" op="equ" val="norm">
                <dgm:shape xmlns:r="http://schemas.openxmlformats.org/officeDocument/2006/relationships" type="chevron" r:blip="">
                  <dgm:adjLst/>
                </dgm:shape>
                <dgm:presOf axis="desOrSelf" ptType="node"/>
                <dgm:constrLst>
                  <dgm:constr type="primFontSz" val="65"/>
                  <dgm:constr type="rMarg"/>
                  <dgm:constr type="lMarg" refType="primFontSz" fact="0.1"/>
                  <dgm:constr type="tMarg" refType="primFontSz" fact="0.05"/>
                  <dgm:constr type="bMarg" refType="primFontSz" fact="0.05"/>
                </dgm:constrLst>
              </dgm:if>
              <dgm:else name="Name14">
                <dgm:shape xmlns:r="http://schemas.openxmlformats.org/officeDocument/2006/relationships" rot="180" type="chevron" r:blip="">
                  <dgm:adjLst/>
                </dgm:shape>
                <dgm:presOf axis="desOrSelf" ptType="node"/>
                <dgm:constrLst>
                  <dgm:constr type="primFontSz" val="65"/>
                  <dgm:constr type="lMarg"/>
                  <dgm:constr type="rMarg" refType="primFontSz" fact="0.1"/>
                  <dgm:constr type="tMarg" refType="primFontSz" fact="0.05"/>
                  <dgm:constr type="bMarg" refType="primFontSz" fact="0.05"/>
                </dgm:constrLst>
              </dgm:else>
            </dgm:choose>
            <dgm:ruleLst>
              <dgm:rule type="primFontSz" val="5" fact="NaN" max="NaN"/>
            </dgm:ruleLst>
          </dgm:layoutNode>
          <dgm:forEach name="sibTransForEach" axis="followSib" ptType="sibTrans" cnt="1">
            <dgm:layoutNode name="sibTrans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layoutNode>
      <dgm:choose name="Name15">
        <dgm:if name="Name16" axis="self" ptType="node" func="revPos" op="gte" val="2">
          <dgm:layoutNode name="vSp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17"/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lProcess3">
  <dgm:title val=""/>
  <dgm:desc val=""/>
  <dgm:catLst>
    <dgm:cat type="process" pri="11000"/>
    <dgm:cat type="convert" pri="1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1" destId="2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51" srcId="1" destId="11" srcOrd="0" destOrd="0"/>
        <dgm:cxn modelId="61" srcId="2" destId="21" srcOrd="0" destOrd="0"/>
        <dgm:cxn modelId="71" srcId="3" destId="31" srcOrd="0" destOrd="0"/>
        <dgm:cxn modelId="81" srcId="4" destId="41" srcOrd="0" destOrd="0"/>
      </dgm:cxnLst>
      <dgm:bg/>
      <dgm:whole/>
    </dgm:dataModel>
  </dgm:clrData>
  <dgm:layoutNode name="Name0">
    <dgm:varLst>
      <dgm:chPref val="3"/>
      <dgm:dir/>
      <dgm:animLvl val="lvl"/>
      <dgm:resizeHandles/>
    </dgm:varLst>
    <dgm:choose name="Name1">
      <dgm:if name="Name2" func="var" arg="dir" op="equ" val="norm">
        <dgm:alg type="lin">
          <dgm:param type="linDir" val="fromT"/>
          <dgm:param type="vertAlign" val="mid"/>
          <dgm:param type="nodeHorzAlign" val="l"/>
          <dgm:param type="nodeVertAlign" val="t"/>
          <dgm:param type="fallback" val="2D"/>
        </dgm:alg>
      </dgm:if>
      <dgm:else name="Name3">
        <dgm:alg type="lin">
          <dgm:param type="linDir" val="fromT"/>
          <dgm:param type="vertAlign" val="mid"/>
          <dgm:param type="nodeHorzAlign" val="r"/>
          <dgm:param type="nodeVertAlign" val="t"/>
          <dgm:param type="fallback" val="2D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bigChev" refType="w"/>
      <dgm:constr type="h" for="des" forName="bigChev" refType="w" refFor="des" refForName="bigChev" op="equ" fact="0.4"/>
      <dgm:constr type="w" for="des" forName="node" refType="w" refFor="des" refForName="bigChev" fact="0.83"/>
      <dgm:constr type="h" for="des" forName="node" refType="w" refFor="des" refForName="node" op="equ" fact="0.4"/>
      <dgm:constr type="w" for="des" forName="parTrans" refType="w" refFor="des" refForName="bigChev" op="equ" fact="-0.13"/>
      <dgm:constr type="w" for="des" forName="sibTrans" refType="w" refFor="des" refForName="node" op="equ" fact="-0.14"/>
      <dgm:constr type="h" for="ch" forName="vSp" refType="h" refFor="des" refForName="bigChev" op="equ" fact="0.14"/>
      <dgm:constr type="primFontSz" for="des" forName="node" op="equ"/>
      <dgm:constr type="primFontSz" for="des" forName="bigChev" op="equ"/>
    </dgm:constrLst>
    <dgm:ruleLst/>
    <dgm:forEach name="Name4" axis="ch" ptType="node">
      <dgm:layoutNode name="horFlow">
        <dgm:choose name="Name5">
          <dgm:if name="Name6" func="var" arg="dir" op="equ" val="norm">
            <dgm:alg type="lin">
              <dgm:param type="linDir" val="fromL"/>
              <dgm:param type="nodeHorzAlign" val="l"/>
              <dgm:param type="nodeVertAlign" val="mid"/>
              <dgm:param type="fallback" val="2D"/>
            </dgm:alg>
          </dgm:if>
          <dgm:else name="Name7">
            <dgm:alg type="lin">
              <dgm:param type="linDir" val="fromR"/>
              <dgm:param type="nodeHorzAlign" val="r"/>
              <dgm:param type="nodeVertAlign" val="mid"/>
              <dgm:param type="fallback" val="2D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bigChev" styleLbl="node1">
          <dgm:alg type="tx"/>
          <dgm:choose name="Name8">
            <dgm:if name="Name9" func="var" arg="dir" op="equ" val="norm">
              <dgm:shape xmlns:r="http://schemas.openxmlformats.org/officeDocument/2006/relationships" type="chevron" r:blip="">
                <dgm:adjLst/>
              </dgm:shape>
              <dgm:presOf axis="self"/>
              <dgm:constrLst>
                <dgm:constr type="primFontSz" val="65"/>
                <dgm:constr type="rMarg"/>
                <dgm:constr type="lMarg" refType="primFontSz" fact="0.1"/>
                <dgm:constr type="tMarg" refType="primFontSz" fact="0.05"/>
                <dgm:constr type="bMarg" refType="primFontSz" fact="0.05"/>
              </dgm:constrLst>
            </dgm:if>
            <dgm:else name="Name10">
              <dgm:shape xmlns:r="http://schemas.openxmlformats.org/officeDocument/2006/relationships" rot="180" type="chevron" r:blip="">
                <dgm:adjLst/>
              </dgm:shape>
              <dgm:presOf axis="self"/>
              <dgm:constrLst>
                <dgm:constr type="primFontSz" val="65"/>
                <dgm:constr type="lMarg"/>
                <dgm:constr type="rMarg" refType="primFontSz" fact="0.1"/>
                <dgm:constr type="tMarg" refType="primFontSz" fact="0.05"/>
                <dgm:constr type="bMarg" refType="primFontSz" fact="0.05"/>
              </dgm:constrLst>
            </dgm:else>
          </dgm:choose>
          <dgm:ruleLst>
            <dgm:rule type="primFontSz" val="5" fact="NaN" max="NaN"/>
          </dgm:ruleLst>
        </dgm:layoutNode>
        <dgm:forEach name="parTransForEach" axis="ch" ptType="parTrans" cnt="1">
          <dgm:layoutNode name="par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  <dgm:forEach name="Name11" axis="ch" ptType="node">
          <dgm:layoutNode name="node" styleLbl="alignAccFollowNode1">
            <dgm:varLst>
              <dgm:bulletEnabled val="1"/>
            </dgm:varLst>
            <dgm:alg type="tx"/>
            <dgm:choose name="Name12">
              <dgm:if name="Name13" func="var" arg="dir" op="equ" val="norm">
                <dgm:shape xmlns:r="http://schemas.openxmlformats.org/officeDocument/2006/relationships" type="chevron" r:blip="">
                  <dgm:adjLst/>
                </dgm:shape>
                <dgm:presOf axis="desOrSelf" ptType="node"/>
                <dgm:constrLst>
                  <dgm:constr type="primFontSz" val="65"/>
                  <dgm:constr type="rMarg"/>
                  <dgm:constr type="lMarg" refType="primFontSz" fact="0.1"/>
                  <dgm:constr type="tMarg" refType="primFontSz" fact="0.05"/>
                  <dgm:constr type="bMarg" refType="primFontSz" fact="0.05"/>
                </dgm:constrLst>
              </dgm:if>
              <dgm:else name="Name14">
                <dgm:shape xmlns:r="http://schemas.openxmlformats.org/officeDocument/2006/relationships" rot="180" type="chevron" r:blip="">
                  <dgm:adjLst/>
                </dgm:shape>
                <dgm:presOf axis="desOrSelf" ptType="node"/>
                <dgm:constrLst>
                  <dgm:constr type="primFontSz" val="65"/>
                  <dgm:constr type="lMarg"/>
                  <dgm:constr type="rMarg" refType="primFontSz" fact="0.1"/>
                  <dgm:constr type="tMarg" refType="primFontSz" fact="0.05"/>
                  <dgm:constr type="bMarg" refType="primFontSz" fact="0.05"/>
                </dgm:constrLst>
              </dgm:else>
            </dgm:choose>
            <dgm:ruleLst>
              <dgm:rule type="primFontSz" val="5" fact="NaN" max="NaN"/>
            </dgm:ruleLst>
          </dgm:layoutNode>
          <dgm:forEach name="sibTransForEach" axis="followSib" ptType="sibTrans" cnt="1">
            <dgm:layoutNode name="sibTrans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layoutNode>
      <dgm:choose name="Name15">
        <dgm:if name="Name16" axis="self" ptType="node" func="revPos" op="gte" val="2">
          <dgm:layoutNode name="vSp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17"/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14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15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1T13:47:32.084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2101 0 0,'-2101'0'0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3"/>
            <a:ext cx="222885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2913757" y="3"/>
            <a:ext cx="222885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8D24A38-9899-4CFC-BCE1-583376AE6A0D}" type="datetimeFigureOut">
              <a:rPr lang="en-US" smtClean="0"/>
              <a:t>6/15/2025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76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14350" y="4399845"/>
            <a:ext cx="4114800" cy="3601156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6803"/>
            <a:ext cx="222885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913757" y="8686803"/>
            <a:ext cx="222885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99000E9-5317-44B1-8C00-B008DEE06C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01061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462782" rtl="0" eaLnBrk="1" latinLnBrk="0" hangingPunct="1">
      <a:defRPr sz="1920" kern="1200">
        <a:solidFill>
          <a:schemeClr val="tx1"/>
        </a:solidFill>
        <a:latin typeface="+mn-lt"/>
        <a:ea typeface="+mn-ea"/>
        <a:cs typeface="+mn-cs"/>
      </a:defRPr>
    </a:lvl1pPr>
    <a:lvl2pPr marL="731390" algn="l" defTabSz="1462782" rtl="0" eaLnBrk="1" latinLnBrk="0" hangingPunct="1">
      <a:defRPr sz="1920" kern="1200">
        <a:solidFill>
          <a:schemeClr val="tx1"/>
        </a:solidFill>
        <a:latin typeface="+mn-lt"/>
        <a:ea typeface="+mn-ea"/>
        <a:cs typeface="+mn-cs"/>
      </a:defRPr>
    </a:lvl2pPr>
    <a:lvl3pPr marL="1462782" algn="l" defTabSz="1462782" rtl="0" eaLnBrk="1" latinLnBrk="0" hangingPunct="1">
      <a:defRPr sz="1920" kern="1200">
        <a:solidFill>
          <a:schemeClr val="tx1"/>
        </a:solidFill>
        <a:latin typeface="+mn-lt"/>
        <a:ea typeface="+mn-ea"/>
        <a:cs typeface="+mn-cs"/>
      </a:defRPr>
    </a:lvl3pPr>
    <a:lvl4pPr marL="2194173" algn="l" defTabSz="1462782" rtl="0" eaLnBrk="1" latinLnBrk="0" hangingPunct="1">
      <a:defRPr sz="1920" kern="1200">
        <a:solidFill>
          <a:schemeClr val="tx1"/>
        </a:solidFill>
        <a:latin typeface="+mn-lt"/>
        <a:ea typeface="+mn-ea"/>
        <a:cs typeface="+mn-cs"/>
      </a:defRPr>
    </a:lvl4pPr>
    <a:lvl5pPr marL="2925563" algn="l" defTabSz="1462782" rtl="0" eaLnBrk="1" latinLnBrk="0" hangingPunct="1">
      <a:defRPr sz="1920" kern="1200">
        <a:solidFill>
          <a:schemeClr val="tx1"/>
        </a:solidFill>
        <a:latin typeface="+mn-lt"/>
        <a:ea typeface="+mn-ea"/>
        <a:cs typeface="+mn-cs"/>
      </a:defRPr>
    </a:lvl5pPr>
    <a:lvl6pPr marL="3656955" algn="l" defTabSz="1462782" rtl="0" eaLnBrk="1" latinLnBrk="0" hangingPunct="1">
      <a:defRPr sz="1920" kern="1200">
        <a:solidFill>
          <a:schemeClr val="tx1"/>
        </a:solidFill>
        <a:latin typeface="+mn-lt"/>
        <a:ea typeface="+mn-ea"/>
        <a:cs typeface="+mn-cs"/>
      </a:defRPr>
    </a:lvl6pPr>
    <a:lvl7pPr marL="4388346" algn="l" defTabSz="1462782" rtl="0" eaLnBrk="1" latinLnBrk="0" hangingPunct="1">
      <a:defRPr sz="1920" kern="1200">
        <a:solidFill>
          <a:schemeClr val="tx1"/>
        </a:solidFill>
        <a:latin typeface="+mn-lt"/>
        <a:ea typeface="+mn-ea"/>
        <a:cs typeface="+mn-cs"/>
      </a:defRPr>
    </a:lvl7pPr>
    <a:lvl8pPr marL="5119736" algn="l" defTabSz="1462782" rtl="0" eaLnBrk="1" latinLnBrk="0" hangingPunct="1">
      <a:defRPr sz="1920" kern="1200">
        <a:solidFill>
          <a:schemeClr val="tx1"/>
        </a:solidFill>
        <a:latin typeface="+mn-lt"/>
        <a:ea typeface="+mn-ea"/>
        <a:cs typeface="+mn-cs"/>
      </a:defRPr>
    </a:lvl8pPr>
    <a:lvl9pPr marL="5851126" algn="l" defTabSz="1462782" rtl="0" eaLnBrk="1" latinLnBrk="0" hangingPunct="1">
      <a:defRPr sz="192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76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9000E9-5317-44B1-8C00-B008DEE06CAB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67344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" y="4"/>
            <a:ext cx="14630400" cy="8229598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6284347" y="951607"/>
            <a:ext cx="2058416" cy="1642870"/>
          </a:xfrm>
          <a:custGeom>
            <a:avLst/>
            <a:gdLst/>
            <a:ahLst/>
            <a:cxnLst/>
            <a:rect l="l" t="t" r="r" b="b"/>
            <a:pathLst>
              <a:path w="1286510" h="1026794">
                <a:moveTo>
                  <a:pt x="81508" y="987996"/>
                </a:moveTo>
                <a:lnTo>
                  <a:pt x="72898" y="964679"/>
                </a:lnTo>
                <a:lnTo>
                  <a:pt x="53949" y="952919"/>
                </a:lnTo>
                <a:lnTo>
                  <a:pt x="35001" y="944892"/>
                </a:lnTo>
                <a:lnTo>
                  <a:pt x="26390" y="932802"/>
                </a:lnTo>
                <a:lnTo>
                  <a:pt x="28270" y="924356"/>
                </a:lnTo>
                <a:lnTo>
                  <a:pt x="33058" y="918933"/>
                </a:lnTo>
                <a:lnTo>
                  <a:pt x="39497" y="916051"/>
                </a:lnTo>
                <a:lnTo>
                  <a:pt x="46329" y="915200"/>
                </a:lnTo>
                <a:lnTo>
                  <a:pt x="52908" y="915606"/>
                </a:lnTo>
                <a:lnTo>
                  <a:pt x="59448" y="916736"/>
                </a:lnTo>
                <a:lnTo>
                  <a:pt x="65862" y="918413"/>
                </a:lnTo>
                <a:lnTo>
                  <a:pt x="72123" y="920483"/>
                </a:lnTo>
                <a:lnTo>
                  <a:pt x="72555" y="916736"/>
                </a:lnTo>
                <a:lnTo>
                  <a:pt x="72631" y="916051"/>
                </a:lnTo>
                <a:lnTo>
                  <a:pt x="72732" y="915200"/>
                </a:lnTo>
                <a:lnTo>
                  <a:pt x="74472" y="899934"/>
                </a:lnTo>
                <a:lnTo>
                  <a:pt x="67310" y="897966"/>
                </a:lnTo>
                <a:lnTo>
                  <a:pt x="59880" y="896480"/>
                </a:lnTo>
                <a:lnTo>
                  <a:pt x="52120" y="895553"/>
                </a:lnTo>
                <a:lnTo>
                  <a:pt x="43980" y="895235"/>
                </a:lnTo>
                <a:lnTo>
                  <a:pt x="27711" y="897331"/>
                </a:lnTo>
                <a:lnTo>
                  <a:pt x="13639" y="904036"/>
                </a:lnTo>
                <a:lnTo>
                  <a:pt x="3746" y="916051"/>
                </a:lnTo>
                <a:lnTo>
                  <a:pt x="0" y="933983"/>
                </a:lnTo>
                <a:lnTo>
                  <a:pt x="8623" y="957160"/>
                </a:lnTo>
                <a:lnTo>
                  <a:pt x="27559" y="968768"/>
                </a:lnTo>
                <a:lnTo>
                  <a:pt x="46507" y="977074"/>
                </a:lnTo>
                <a:lnTo>
                  <a:pt x="55118" y="990346"/>
                </a:lnTo>
                <a:lnTo>
                  <a:pt x="52959" y="997521"/>
                </a:lnTo>
                <a:lnTo>
                  <a:pt x="47498" y="1002449"/>
                </a:lnTo>
                <a:lnTo>
                  <a:pt x="40284" y="1005281"/>
                </a:lnTo>
                <a:lnTo>
                  <a:pt x="32842" y="1006195"/>
                </a:lnTo>
                <a:lnTo>
                  <a:pt x="25387" y="1005662"/>
                </a:lnTo>
                <a:lnTo>
                  <a:pt x="18034" y="1004138"/>
                </a:lnTo>
                <a:lnTo>
                  <a:pt x="10909" y="1001737"/>
                </a:lnTo>
                <a:lnTo>
                  <a:pt x="4114" y="998562"/>
                </a:lnTo>
                <a:lnTo>
                  <a:pt x="1765" y="1021461"/>
                </a:lnTo>
                <a:lnTo>
                  <a:pt x="10096" y="1023518"/>
                </a:lnTo>
                <a:lnTo>
                  <a:pt x="17449" y="1025194"/>
                </a:lnTo>
                <a:lnTo>
                  <a:pt x="25019" y="1026325"/>
                </a:lnTo>
                <a:lnTo>
                  <a:pt x="34010" y="1026744"/>
                </a:lnTo>
                <a:lnTo>
                  <a:pt x="52311" y="1024648"/>
                </a:lnTo>
                <a:lnTo>
                  <a:pt x="67437" y="1017930"/>
                </a:lnTo>
                <a:lnTo>
                  <a:pt x="77495" y="1006195"/>
                </a:lnTo>
                <a:lnTo>
                  <a:pt x="77711" y="1005941"/>
                </a:lnTo>
                <a:lnTo>
                  <a:pt x="81508" y="987996"/>
                </a:lnTo>
                <a:close/>
              </a:path>
              <a:path w="1286510" h="1026794">
                <a:moveTo>
                  <a:pt x="193484" y="978014"/>
                </a:moveTo>
                <a:lnTo>
                  <a:pt x="189750" y="957427"/>
                </a:lnTo>
                <a:lnTo>
                  <a:pt x="183134" y="947483"/>
                </a:lnTo>
                <a:lnTo>
                  <a:pt x="179412" y="941908"/>
                </a:lnTo>
                <a:lnTo>
                  <a:pt x="168275" y="934923"/>
                </a:lnTo>
                <a:lnTo>
                  <a:pt x="168275" y="975080"/>
                </a:lnTo>
                <a:lnTo>
                  <a:pt x="167157" y="986815"/>
                </a:lnTo>
                <a:lnTo>
                  <a:pt x="163347" y="997013"/>
                </a:lnTo>
                <a:lnTo>
                  <a:pt x="163296" y="997165"/>
                </a:lnTo>
                <a:lnTo>
                  <a:pt x="155905" y="1004544"/>
                </a:lnTo>
                <a:lnTo>
                  <a:pt x="144233" y="1007364"/>
                </a:lnTo>
                <a:lnTo>
                  <a:pt x="132905" y="1004544"/>
                </a:lnTo>
                <a:lnTo>
                  <a:pt x="125691" y="997165"/>
                </a:lnTo>
                <a:lnTo>
                  <a:pt x="121894" y="986815"/>
                </a:lnTo>
                <a:lnTo>
                  <a:pt x="120789" y="975080"/>
                </a:lnTo>
                <a:lnTo>
                  <a:pt x="122224" y="964819"/>
                </a:lnTo>
                <a:lnTo>
                  <a:pt x="126580" y="955992"/>
                </a:lnTo>
                <a:lnTo>
                  <a:pt x="133896" y="949807"/>
                </a:lnTo>
                <a:lnTo>
                  <a:pt x="144233" y="947483"/>
                </a:lnTo>
                <a:lnTo>
                  <a:pt x="154927" y="949807"/>
                </a:lnTo>
                <a:lnTo>
                  <a:pt x="162420" y="955992"/>
                </a:lnTo>
                <a:lnTo>
                  <a:pt x="166827" y="964819"/>
                </a:lnTo>
                <a:lnTo>
                  <a:pt x="168275" y="975080"/>
                </a:lnTo>
                <a:lnTo>
                  <a:pt x="168275" y="934923"/>
                </a:lnTo>
                <a:lnTo>
                  <a:pt x="163804" y="932116"/>
                </a:lnTo>
                <a:lnTo>
                  <a:pt x="144233" y="928700"/>
                </a:lnTo>
                <a:lnTo>
                  <a:pt x="125006" y="932116"/>
                </a:lnTo>
                <a:lnTo>
                  <a:pt x="109575" y="941908"/>
                </a:lnTo>
                <a:lnTo>
                  <a:pt x="99301" y="957427"/>
                </a:lnTo>
                <a:lnTo>
                  <a:pt x="95567" y="978014"/>
                </a:lnTo>
                <a:lnTo>
                  <a:pt x="98894" y="997013"/>
                </a:lnTo>
                <a:lnTo>
                  <a:pt x="108470" y="1012507"/>
                </a:lnTo>
                <a:lnTo>
                  <a:pt x="123774" y="1022921"/>
                </a:lnTo>
                <a:lnTo>
                  <a:pt x="144233" y="1026744"/>
                </a:lnTo>
                <a:lnTo>
                  <a:pt x="165036" y="1022921"/>
                </a:lnTo>
                <a:lnTo>
                  <a:pt x="180517" y="1012507"/>
                </a:lnTo>
                <a:lnTo>
                  <a:pt x="183718" y="1007364"/>
                </a:lnTo>
                <a:lnTo>
                  <a:pt x="190068" y="997165"/>
                </a:lnTo>
                <a:lnTo>
                  <a:pt x="190157" y="997013"/>
                </a:lnTo>
                <a:lnTo>
                  <a:pt x="193484" y="978014"/>
                </a:lnTo>
                <a:close/>
              </a:path>
              <a:path w="1286510" h="1026794">
                <a:moveTo>
                  <a:pt x="216357" y="679792"/>
                </a:moveTo>
                <a:lnTo>
                  <a:pt x="191135" y="679792"/>
                </a:lnTo>
                <a:lnTo>
                  <a:pt x="191135" y="752576"/>
                </a:lnTo>
                <a:lnTo>
                  <a:pt x="189738" y="767334"/>
                </a:lnTo>
                <a:lnTo>
                  <a:pt x="185204" y="778637"/>
                </a:lnTo>
                <a:lnTo>
                  <a:pt x="177050" y="785850"/>
                </a:lnTo>
                <a:lnTo>
                  <a:pt x="164757" y="788390"/>
                </a:lnTo>
                <a:lnTo>
                  <a:pt x="152476" y="785850"/>
                </a:lnTo>
                <a:lnTo>
                  <a:pt x="144310" y="778637"/>
                </a:lnTo>
                <a:lnTo>
                  <a:pt x="139776" y="767334"/>
                </a:lnTo>
                <a:lnTo>
                  <a:pt x="138379" y="752576"/>
                </a:lnTo>
                <a:lnTo>
                  <a:pt x="138379" y="679792"/>
                </a:lnTo>
                <a:lnTo>
                  <a:pt x="113169" y="679792"/>
                </a:lnTo>
                <a:lnTo>
                  <a:pt x="113169" y="760793"/>
                </a:lnTo>
                <a:lnTo>
                  <a:pt x="116611" y="782345"/>
                </a:lnTo>
                <a:lnTo>
                  <a:pt x="126657" y="797128"/>
                </a:lnTo>
                <a:lnTo>
                  <a:pt x="142849" y="805624"/>
                </a:lnTo>
                <a:lnTo>
                  <a:pt x="164757" y="808355"/>
                </a:lnTo>
                <a:lnTo>
                  <a:pt x="186423" y="805624"/>
                </a:lnTo>
                <a:lnTo>
                  <a:pt x="202653" y="797128"/>
                </a:lnTo>
                <a:lnTo>
                  <a:pt x="208661" y="788390"/>
                </a:lnTo>
                <a:lnTo>
                  <a:pt x="212826" y="782345"/>
                </a:lnTo>
                <a:lnTo>
                  <a:pt x="216357" y="760793"/>
                </a:lnTo>
                <a:lnTo>
                  <a:pt x="216357" y="679792"/>
                </a:lnTo>
                <a:close/>
              </a:path>
              <a:path w="1286510" h="1026794">
                <a:moveTo>
                  <a:pt x="297268" y="930452"/>
                </a:moveTo>
                <a:lnTo>
                  <a:pt x="273227" y="930452"/>
                </a:lnTo>
                <a:lnTo>
                  <a:pt x="273227" y="976249"/>
                </a:lnTo>
                <a:lnTo>
                  <a:pt x="272313" y="986320"/>
                </a:lnTo>
                <a:lnTo>
                  <a:pt x="268973" y="996429"/>
                </a:lnTo>
                <a:lnTo>
                  <a:pt x="262343" y="1004239"/>
                </a:lnTo>
                <a:lnTo>
                  <a:pt x="251536" y="1007364"/>
                </a:lnTo>
                <a:lnTo>
                  <a:pt x="242633" y="1004811"/>
                </a:lnTo>
                <a:lnTo>
                  <a:pt x="237896" y="998334"/>
                </a:lnTo>
                <a:lnTo>
                  <a:pt x="236029" y="989787"/>
                </a:lnTo>
                <a:lnTo>
                  <a:pt x="235699" y="980948"/>
                </a:lnTo>
                <a:lnTo>
                  <a:pt x="235699" y="930452"/>
                </a:lnTo>
                <a:lnTo>
                  <a:pt x="211670" y="930452"/>
                </a:lnTo>
                <a:lnTo>
                  <a:pt x="211670" y="989787"/>
                </a:lnTo>
                <a:lnTo>
                  <a:pt x="213448" y="1004239"/>
                </a:lnTo>
                <a:lnTo>
                  <a:pt x="213474" y="1004455"/>
                </a:lnTo>
                <a:lnTo>
                  <a:pt x="219138" y="1016177"/>
                </a:lnTo>
                <a:lnTo>
                  <a:pt x="228981" y="1023937"/>
                </a:lnTo>
                <a:lnTo>
                  <a:pt x="243332" y="1026744"/>
                </a:lnTo>
                <a:lnTo>
                  <a:pt x="252539" y="1025677"/>
                </a:lnTo>
                <a:lnTo>
                  <a:pt x="260769" y="1022629"/>
                </a:lnTo>
                <a:lnTo>
                  <a:pt x="267893" y="1017828"/>
                </a:lnTo>
                <a:lnTo>
                  <a:pt x="273812" y="1011478"/>
                </a:lnTo>
                <a:lnTo>
                  <a:pt x="274396" y="1011478"/>
                </a:lnTo>
                <a:lnTo>
                  <a:pt x="274396" y="1024394"/>
                </a:lnTo>
                <a:lnTo>
                  <a:pt x="297268" y="1024394"/>
                </a:lnTo>
                <a:lnTo>
                  <a:pt x="297268" y="1011478"/>
                </a:lnTo>
                <a:lnTo>
                  <a:pt x="297268" y="1007364"/>
                </a:lnTo>
                <a:lnTo>
                  <a:pt x="297268" y="930452"/>
                </a:lnTo>
                <a:close/>
              </a:path>
              <a:path w="1286510" h="1026794">
                <a:moveTo>
                  <a:pt x="327177" y="747306"/>
                </a:moveTo>
                <a:lnTo>
                  <a:pt x="325374" y="732815"/>
                </a:lnTo>
                <a:lnTo>
                  <a:pt x="325145" y="732256"/>
                </a:lnTo>
                <a:lnTo>
                  <a:pt x="323875" y="729691"/>
                </a:lnTo>
                <a:lnTo>
                  <a:pt x="321856" y="725576"/>
                </a:lnTo>
                <a:lnTo>
                  <a:pt x="319697" y="721169"/>
                </a:lnTo>
                <a:lnTo>
                  <a:pt x="309854" y="713613"/>
                </a:lnTo>
                <a:lnTo>
                  <a:pt x="295503" y="710907"/>
                </a:lnTo>
                <a:lnTo>
                  <a:pt x="286626" y="711708"/>
                </a:lnTo>
                <a:lnTo>
                  <a:pt x="278511" y="714273"/>
                </a:lnTo>
                <a:lnTo>
                  <a:pt x="271272" y="718820"/>
                </a:lnTo>
                <a:lnTo>
                  <a:pt x="265023" y="725576"/>
                </a:lnTo>
                <a:lnTo>
                  <a:pt x="264426" y="725576"/>
                </a:lnTo>
                <a:lnTo>
                  <a:pt x="264426" y="712660"/>
                </a:lnTo>
                <a:lnTo>
                  <a:pt x="241566" y="712660"/>
                </a:lnTo>
                <a:lnTo>
                  <a:pt x="241566" y="806589"/>
                </a:lnTo>
                <a:lnTo>
                  <a:pt x="266192" y="806589"/>
                </a:lnTo>
                <a:lnTo>
                  <a:pt x="266192" y="760793"/>
                </a:lnTo>
                <a:lnTo>
                  <a:pt x="267017" y="750735"/>
                </a:lnTo>
                <a:lnTo>
                  <a:pt x="270154" y="740625"/>
                </a:lnTo>
                <a:lnTo>
                  <a:pt x="276580" y="732815"/>
                </a:lnTo>
                <a:lnTo>
                  <a:pt x="287299" y="729691"/>
                </a:lnTo>
                <a:lnTo>
                  <a:pt x="296456" y="732256"/>
                </a:lnTo>
                <a:lnTo>
                  <a:pt x="301155" y="738784"/>
                </a:lnTo>
                <a:lnTo>
                  <a:pt x="302844" y="747306"/>
                </a:lnTo>
                <a:lnTo>
                  <a:pt x="302882" y="747522"/>
                </a:lnTo>
                <a:lnTo>
                  <a:pt x="303123" y="756691"/>
                </a:lnTo>
                <a:lnTo>
                  <a:pt x="303123" y="806589"/>
                </a:lnTo>
                <a:lnTo>
                  <a:pt x="327177" y="806589"/>
                </a:lnTo>
                <a:lnTo>
                  <a:pt x="327177" y="747306"/>
                </a:lnTo>
                <a:close/>
              </a:path>
              <a:path w="1286510" h="1026794">
                <a:moveTo>
                  <a:pt x="376415" y="712660"/>
                </a:moveTo>
                <a:lnTo>
                  <a:pt x="352374" y="712660"/>
                </a:lnTo>
                <a:lnTo>
                  <a:pt x="352374" y="806589"/>
                </a:lnTo>
                <a:lnTo>
                  <a:pt x="376415" y="806589"/>
                </a:lnTo>
                <a:lnTo>
                  <a:pt x="376415" y="712660"/>
                </a:lnTo>
                <a:close/>
              </a:path>
              <a:path w="1286510" h="1026794">
                <a:moveTo>
                  <a:pt x="376415" y="672744"/>
                </a:moveTo>
                <a:lnTo>
                  <a:pt x="352374" y="672744"/>
                </a:lnTo>
                <a:lnTo>
                  <a:pt x="352374" y="695642"/>
                </a:lnTo>
                <a:lnTo>
                  <a:pt x="376415" y="695642"/>
                </a:lnTo>
                <a:lnTo>
                  <a:pt x="376415" y="672744"/>
                </a:lnTo>
                <a:close/>
              </a:path>
              <a:path w="1286510" h="1026794">
                <a:moveTo>
                  <a:pt x="377012" y="1024394"/>
                </a:moveTo>
                <a:lnTo>
                  <a:pt x="376529" y="1008659"/>
                </a:lnTo>
                <a:lnTo>
                  <a:pt x="376491" y="1007364"/>
                </a:lnTo>
                <a:lnTo>
                  <a:pt x="376415" y="1005014"/>
                </a:lnTo>
                <a:lnTo>
                  <a:pt x="373494" y="1006779"/>
                </a:lnTo>
                <a:lnTo>
                  <a:pt x="369392" y="1007364"/>
                </a:lnTo>
                <a:lnTo>
                  <a:pt x="355892" y="1007364"/>
                </a:lnTo>
                <a:lnTo>
                  <a:pt x="353555" y="1000315"/>
                </a:lnTo>
                <a:lnTo>
                  <a:pt x="353555" y="948664"/>
                </a:lnTo>
                <a:lnTo>
                  <a:pt x="375246" y="948664"/>
                </a:lnTo>
                <a:lnTo>
                  <a:pt x="375246" y="930452"/>
                </a:lnTo>
                <a:lnTo>
                  <a:pt x="353555" y="930452"/>
                </a:lnTo>
                <a:lnTo>
                  <a:pt x="353555" y="904049"/>
                </a:lnTo>
                <a:lnTo>
                  <a:pt x="329514" y="912266"/>
                </a:lnTo>
                <a:lnTo>
                  <a:pt x="329514" y="930452"/>
                </a:lnTo>
                <a:lnTo>
                  <a:pt x="311340" y="930452"/>
                </a:lnTo>
                <a:lnTo>
                  <a:pt x="311340" y="948664"/>
                </a:lnTo>
                <a:lnTo>
                  <a:pt x="329514" y="948664"/>
                </a:lnTo>
                <a:lnTo>
                  <a:pt x="329514" y="996213"/>
                </a:lnTo>
                <a:lnTo>
                  <a:pt x="331457" y="1008659"/>
                </a:lnTo>
                <a:lnTo>
                  <a:pt x="337134" y="1018298"/>
                </a:lnTo>
                <a:lnTo>
                  <a:pt x="346329" y="1024534"/>
                </a:lnTo>
                <a:lnTo>
                  <a:pt x="358825" y="1026744"/>
                </a:lnTo>
                <a:lnTo>
                  <a:pt x="366458" y="1026744"/>
                </a:lnTo>
                <a:lnTo>
                  <a:pt x="377012" y="1024394"/>
                </a:lnTo>
                <a:close/>
              </a:path>
              <a:path w="1286510" h="1026794">
                <a:moveTo>
                  <a:pt x="476681" y="965098"/>
                </a:moveTo>
                <a:lnTo>
                  <a:pt x="474878" y="950607"/>
                </a:lnTo>
                <a:lnTo>
                  <a:pt x="474649" y="950048"/>
                </a:lnTo>
                <a:lnTo>
                  <a:pt x="473379" y="947483"/>
                </a:lnTo>
                <a:lnTo>
                  <a:pt x="471373" y="943381"/>
                </a:lnTo>
                <a:lnTo>
                  <a:pt x="469201" y="938974"/>
                </a:lnTo>
                <a:lnTo>
                  <a:pt x="459359" y="931418"/>
                </a:lnTo>
                <a:lnTo>
                  <a:pt x="445020" y="928700"/>
                </a:lnTo>
                <a:lnTo>
                  <a:pt x="436143" y="929754"/>
                </a:lnTo>
                <a:lnTo>
                  <a:pt x="428167" y="932738"/>
                </a:lnTo>
                <a:lnTo>
                  <a:pt x="421271" y="937374"/>
                </a:lnTo>
                <a:lnTo>
                  <a:pt x="415709" y="943381"/>
                </a:lnTo>
                <a:lnTo>
                  <a:pt x="415124" y="943381"/>
                </a:lnTo>
                <a:lnTo>
                  <a:pt x="415124" y="888199"/>
                </a:lnTo>
                <a:lnTo>
                  <a:pt x="391071" y="888199"/>
                </a:lnTo>
                <a:lnTo>
                  <a:pt x="391071" y="1024394"/>
                </a:lnTo>
                <a:lnTo>
                  <a:pt x="415124" y="1024394"/>
                </a:lnTo>
                <a:lnTo>
                  <a:pt x="415124" y="978598"/>
                </a:lnTo>
                <a:lnTo>
                  <a:pt x="416039" y="968540"/>
                </a:lnTo>
                <a:lnTo>
                  <a:pt x="419366" y="958418"/>
                </a:lnTo>
                <a:lnTo>
                  <a:pt x="425996" y="950607"/>
                </a:lnTo>
                <a:lnTo>
                  <a:pt x="436803" y="947483"/>
                </a:lnTo>
                <a:lnTo>
                  <a:pt x="445960" y="950048"/>
                </a:lnTo>
                <a:lnTo>
                  <a:pt x="450659" y="956589"/>
                </a:lnTo>
                <a:lnTo>
                  <a:pt x="452348" y="965098"/>
                </a:lnTo>
                <a:lnTo>
                  <a:pt x="452399" y="965314"/>
                </a:lnTo>
                <a:lnTo>
                  <a:pt x="452640" y="974496"/>
                </a:lnTo>
                <a:lnTo>
                  <a:pt x="452640" y="1024394"/>
                </a:lnTo>
                <a:lnTo>
                  <a:pt x="476681" y="1024394"/>
                </a:lnTo>
                <a:lnTo>
                  <a:pt x="476681" y="965098"/>
                </a:lnTo>
                <a:close/>
              </a:path>
              <a:path w="1286510" h="1026794">
                <a:moveTo>
                  <a:pt x="487235" y="712660"/>
                </a:moveTo>
                <a:lnTo>
                  <a:pt x="463194" y="712660"/>
                </a:lnTo>
                <a:lnTo>
                  <a:pt x="440321" y="780757"/>
                </a:lnTo>
                <a:lnTo>
                  <a:pt x="416877" y="712660"/>
                </a:lnTo>
                <a:lnTo>
                  <a:pt x="390486" y="712660"/>
                </a:lnTo>
                <a:lnTo>
                  <a:pt x="425081" y="806589"/>
                </a:lnTo>
                <a:lnTo>
                  <a:pt x="452640" y="806589"/>
                </a:lnTo>
                <a:lnTo>
                  <a:pt x="462153" y="780757"/>
                </a:lnTo>
                <a:lnTo>
                  <a:pt x="487235" y="712660"/>
                </a:lnTo>
                <a:close/>
              </a:path>
              <a:path w="1286510" h="1026794">
                <a:moveTo>
                  <a:pt x="580453" y="217741"/>
                </a:moveTo>
                <a:lnTo>
                  <a:pt x="580034" y="217512"/>
                </a:lnTo>
                <a:lnTo>
                  <a:pt x="580034" y="217982"/>
                </a:lnTo>
                <a:lnTo>
                  <a:pt x="580453" y="217741"/>
                </a:lnTo>
                <a:close/>
              </a:path>
              <a:path w="1286510" h="1026794">
                <a:moveTo>
                  <a:pt x="582803" y="767257"/>
                </a:moveTo>
                <a:lnTo>
                  <a:pt x="581228" y="750239"/>
                </a:lnTo>
                <a:lnTo>
                  <a:pt x="580707" y="744588"/>
                </a:lnTo>
                <a:lnTo>
                  <a:pt x="574205" y="728510"/>
                </a:lnTo>
                <a:lnTo>
                  <a:pt x="573493" y="726757"/>
                </a:lnTo>
                <a:lnTo>
                  <a:pt x="559803" y="715086"/>
                </a:lnTo>
                <a:lnTo>
                  <a:pt x="559346" y="715010"/>
                </a:lnTo>
                <a:lnTo>
                  <a:pt x="559346" y="750239"/>
                </a:lnTo>
                <a:lnTo>
                  <a:pt x="518312" y="750239"/>
                </a:lnTo>
                <a:lnTo>
                  <a:pt x="520153" y="741883"/>
                </a:lnTo>
                <a:lnTo>
                  <a:pt x="520217" y="741641"/>
                </a:lnTo>
                <a:lnTo>
                  <a:pt x="524319" y="734745"/>
                </a:lnTo>
                <a:lnTo>
                  <a:pt x="530720" y="730262"/>
                </a:lnTo>
                <a:lnTo>
                  <a:pt x="530390" y="730262"/>
                </a:lnTo>
                <a:lnTo>
                  <a:pt x="540004" y="728510"/>
                </a:lnTo>
                <a:lnTo>
                  <a:pt x="548627" y="730262"/>
                </a:lnTo>
                <a:lnTo>
                  <a:pt x="554507" y="734974"/>
                </a:lnTo>
                <a:lnTo>
                  <a:pt x="557847" y="741641"/>
                </a:lnTo>
                <a:lnTo>
                  <a:pt x="557974" y="741883"/>
                </a:lnTo>
                <a:lnTo>
                  <a:pt x="559346" y="750239"/>
                </a:lnTo>
                <a:lnTo>
                  <a:pt x="559346" y="715010"/>
                </a:lnTo>
                <a:lnTo>
                  <a:pt x="538251" y="710907"/>
                </a:lnTo>
                <a:lnTo>
                  <a:pt x="519341" y="714806"/>
                </a:lnTo>
                <a:lnTo>
                  <a:pt x="505777" y="725436"/>
                </a:lnTo>
                <a:lnTo>
                  <a:pt x="497598" y="741108"/>
                </a:lnTo>
                <a:lnTo>
                  <a:pt x="494855" y="760209"/>
                </a:lnTo>
                <a:lnTo>
                  <a:pt x="498170" y="780605"/>
                </a:lnTo>
                <a:lnTo>
                  <a:pt x="507758" y="795731"/>
                </a:lnTo>
                <a:lnTo>
                  <a:pt x="523049" y="805116"/>
                </a:lnTo>
                <a:lnTo>
                  <a:pt x="543521" y="808355"/>
                </a:lnTo>
                <a:lnTo>
                  <a:pt x="553008" y="807910"/>
                </a:lnTo>
                <a:lnTo>
                  <a:pt x="561403" y="806589"/>
                </a:lnTo>
                <a:lnTo>
                  <a:pt x="568909" y="804392"/>
                </a:lnTo>
                <a:lnTo>
                  <a:pt x="575767" y="801306"/>
                </a:lnTo>
                <a:lnTo>
                  <a:pt x="575767" y="790740"/>
                </a:lnTo>
                <a:lnTo>
                  <a:pt x="575767" y="781354"/>
                </a:lnTo>
                <a:lnTo>
                  <a:pt x="568845" y="785050"/>
                </a:lnTo>
                <a:lnTo>
                  <a:pt x="561327" y="788022"/>
                </a:lnTo>
                <a:lnTo>
                  <a:pt x="553262" y="790016"/>
                </a:lnTo>
                <a:lnTo>
                  <a:pt x="544690" y="790740"/>
                </a:lnTo>
                <a:lnTo>
                  <a:pt x="534555" y="789139"/>
                </a:lnTo>
                <a:lnTo>
                  <a:pt x="526440" y="784504"/>
                </a:lnTo>
                <a:lnTo>
                  <a:pt x="520865" y="777125"/>
                </a:lnTo>
                <a:lnTo>
                  <a:pt x="518312" y="767257"/>
                </a:lnTo>
                <a:lnTo>
                  <a:pt x="582803" y="767257"/>
                </a:lnTo>
                <a:close/>
              </a:path>
              <a:path w="1286510" h="1026794">
                <a:moveTo>
                  <a:pt x="656678" y="711492"/>
                </a:moveTo>
                <a:lnTo>
                  <a:pt x="653745" y="710907"/>
                </a:lnTo>
                <a:lnTo>
                  <a:pt x="649058" y="710907"/>
                </a:lnTo>
                <a:lnTo>
                  <a:pt x="639000" y="713320"/>
                </a:lnTo>
                <a:lnTo>
                  <a:pt x="631101" y="719264"/>
                </a:lnTo>
                <a:lnTo>
                  <a:pt x="625716" y="726744"/>
                </a:lnTo>
                <a:lnTo>
                  <a:pt x="623252" y="733793"/>
                </a:lnTo>
                <a:lnTo>
                  <a:pt x="623252" y="712660"/>
                </a:lnTo>
                <a:lnTo>
                  <a:pt x="601560" y="712660"/>
                </a:lnTo>
                <a:lnTo>
                  <a:pt x="601560" y="806589"/>
                </a:lnTo>
                <a:lnTo>
                  <a:pt x="625602" y="806589"/>
                </a:lnTo>
                <a:lnTo>
                  <a:pt x="625602" y="771956"/>
                </a:lnTo>
                <a:lnTo>
                  <a:pt x="625919" y="760298"/>
                </a:lnTo>
                <a:lnTo>
                  <a:pt x="628091" y="747814"/>
                </a:lnTo>
                <a:lnTo>
                  <a:pt x="634009" y="737857"/>
                </a:lnTo>
                <a:lnTo>
                  <a:pt x="645541" y="733793"/>
                </a:lnTo>
                <a:lnTo>
                  <a:pt x="649643" y="733793"/>
                </a:lnTo>
                <a:lnTo>
                  <a:pt x="654329" y="734377"/>
                </a:lnTo>
                <a:lnTo>
                  <a:pt x="656678" y="736142"/>
                </a:lnTo>
                <a:lnTo>
                  <a:pt x="656678" y="711492"/>
                </a:lnTo>
                <a:close/>
              </a:path>
              <a:path w="1286510" h="1026794">
                <a:moveTo>
                  <a:pt x="664298" y="169633"/>
                </a:moveTo>
                <a:lnTo>
                  <a:pt x="622084" y="193725"/>
                </a:lnTo>
                <a:lnTo>
                  <a:pt x="622084" y="336943"/>
                </a:lnTo>
                <a:lnTo>
                  <a:pt x="623735" y="344855"/>
                </a:lnTo>
                <a:lnTo>
                  <a:pt x="628243" y="351396"/>
                </a:lnTo>
                <a:lnTo>
                  <a:pt x="634949" y="355841"/>
                </a:lnTo>
                <a:lnTo>
                  <a:pt x="643191" y="357492"/>
                </a:lnTo>
                <a:lnTo>
                  <a:pt x="651433" y="355841"/>
                </a:lnTo>
                <a:lnTo>
                  <a:pt x="658139" y="351396"/>
                </a:lnTo>
                <a:lnTo>
                  <a:pt x="662647" y="344855"/>
                </a:lnTo>
                <a:lnTo>
                  <a:pt x="664298" y="336943"/>
                </a:lnTo>
                <a:lnTo>
                  <a:pt x="664298" y="169633"/>
                </a:lnTo>
                <a:close/>
              </a:path>
              <a:path w="1286510" h="1026794">
                <a:moveTo>
                  <a:pt x="667232" y="1024394"/>
                </a:moveTo>
                <a:lnTo>
                  <a:pt x="655701" y="995032"/>
                </a:lnTo>
                <a:lnTo>
                  <a:pt x="647852" y="975080"/>
                </a:lnTo>
                <a:lnTo>
                  <a:pt x="627316" y="922832"/>
                </a:lnTo>
                <a:lnTo>
                  <a:pt x="621499" y="908050"/>
                </a:lnTo>
                <a:lnTo>
                  <a:pt x="621499" y="975080"/>
                </a:lnTo>
                <a:lnTo>
                  <a:pt x="583971" y="975080"/>
                </a:lnTo>
                <a:lnTo>
                  <a:pt x="602742" y="922832"/>
                </a:lnTo>
                <a:lnTo>
                  <a:pt x="621499" y="975080"/>
                </a:lnTo>
                <a:lnTo>
                  <a:pt x="621499" y="908050"/>
                </a:lnTo>
                <a:lnTo>
                  <a:pt x="617385" y="897585"/>
                </a:lnTo>
                <a:lnTo>
                  <a:pt x="589254" y="897585"/>
                </a:lnTo>
                <a:lnTo>
                  <a:pt x="539419" y="1024394"/>
                </a:lnTo>
                <a:lnTo>
                  <a:pt x="565797" y="1024394"/>
                </a:lnTo>
                <a:lnTo>
                  <a:pt x="576935" y="995032"/>
                </a:lnTo>
                <a:lnTo>
                  <a:pt x="628535" y="995032"/>
                </a:lnTo>
                <a:lnTo>
                  <a:pt x="639089" y="1024394"/>
                </a:lnTo>
                <a:lnTo>
                  <a:pt x="667232" y="1024394"/>
                </a:lnTo>
                <a:close/>
              </a:path>
              <a:path w="1286510" h="1026794">
                <a:moveTo>
                  <a:pt x="732307" y="777824"/>
                </a:moveTo>
                <a:lnTo>
                  <a:pt x="725716" y="759714"/>
                </a:lnTo>
                <a:lnTo>
                  <a:pt x="711200" y="751408"/>
                </a:lnTo>
                <a:lnTo>
                  <a:pt x="696696" y="746620"/>
                </a:lnTo>
                <a:lnTo>
                  <a:pt x="690092" y="739076"/>
                </a:lnTo>
                <a:lnTo>
                  <a:pt x="690092" y="730859"/>
                </a:lnTo>
                <a:lnTo>
                  <a:pt x="697712" y="728510"/>
                </a:lnTo>
                <a:lnTo>
                  <a:pt x="712965" y="728510"/>
                </a:lnTo>
                <a:lnTo>
                  <a:pt x="718832" y="729691"/>
                </a:lnTo>
                <a:lnTo>
                  <a:pt x="725868" y="732624"/>
                </a:lnTo>
                <a:lnTo>
                  <a:pt x="726033" y="730859"/>
                </a:lnTo>
                <a:lnTo>
                  <a:pt x="726135" y="729691"/>
                </a:lnTo>
                <a:lnTo>
                  <a:pt x="726249" y="728510"/>
                </a:lnTo>
                <a:lnTo>
                  <a:pt x="727621" y="713841"/>
                </a:lnTo>
                <a:lnTo>
                  <a:pt x="715746" y="711923"/>
                </a:lnTo>
                <a:lnTo>
                  <a:pt x="708990" y="711200"/>
                </a:lnTo>
                <a:lnTo>
                  <a:pt x="701230" y="710907"/>
                </a:lnTo>
                <a:lnTo>
                  <a:pt x="687641" y="712584"/>
                </a:lnTo>
                <a:lnTo>
                  <a:pt x="676021" y="717804"/>
                </a:lnTo>
                <a:lnTo>
                  <a:pt x="667918" y="726744"/>
                </a:lnTo>
                <a:lnTo>
                  <a:pt x="664883" y="739660"/>
                </a:lnTo>
                <a:lnTo>
                  <a:pt x="671474" y="757618"/>
                </a:lnTo>
                <a:lnTo>
                  <a:pt x="685990" y="765352"/>
                </a:lnTo>
                <a:lnTo>
                  <a:pt x="700506" y="770216"/>
                </a:lnTo>
                <a:lnTo>
                  <a:pt x="707097" y="779589"/>
                </a:lnTo>
                <a:lnTo>
                  <a:pt x="707097" y="788390"/>
                </a:lnTo>
                <a:lnTo>
                  <a:pt x="697128" y="790740"/>
                </a:lnTo>
                <a:lnTo>
                  <a:pt x="682472" y="790740"/>
                </a:lnTo>
                <a:lnTo>
                  <a:pt x="674852" y="788390"/>
                </a:lnTo>
                <a:lnTo>
                  <a:pt x="667232" y="784288"/>
                </a:lnTo>
                <a:lnTo>
                  <a:pt x="665467" y="804240"/>
                </a:lnTo>
                <a:lnTo>
                  <a:pt x="672172" y="806119"/>
                </a:lnTo>
                <a:lnTo>
                  <a:pt x="679030" y="807402"/>
                </a:lnTo>
                <a:lnTo>
                  <a:pt x="686003" y="808126"/>
                </a:lnTo>
                <a:lnTo>
                  <a:pt x="693026" y="808355"/>
                </a:lnTo>
                <a:lnTo>
                  <a:pt x="707580" y="806640"/>
                </a:lnTo>
                <a:lnTo>
                  <a:pt x="720140" y="801230"/>
                </a:lnTo>
                <a:lnTo>
                  <a:pt x="728980" y="791756"/>
                </a:lnTo>
                <a:lnTo>
                  <a:pt x="729221" y="790740"/>
                </a:lnTo>
                <a:lnTo>
                  <a:pt x="732307" y="777824"/>
                </a:lnTo>
                <a:close/>
              </a:path>
              <a:path w="1286510" h="1026794">
                <a:moveTo>
                  <a:pt x="748728" y="336943"/>
                </a:moveTo>
                <a:lnTo>
                  <a:pt x="748512" y="241846"/>
                </a:lnTo>
                <a:lnTo>
                  <a:pt x="748411" y="193725"/>
                </a:lnTo>
                <a:lnTo>
                  <a:pt x="748296" y="144983"/>
                </a:lnTo>
                <a:lnTo>
                  <a:pt x="748245" y="121577"/>
                </a:lnTo>
                <a:lnTo>
                  <a:pt x="748030" y="121577"/>
                </a:lnTo>
                <a:lnTo>
                  <a:pt x="706513" y="145529"/>
                </a:lnTo>
                <a:lnTo>
                  <a:pt x="706513" y="336943"/>
                </a:lnTo>
                <a:lnTo>
                  <a:pt x="701484" y="361365"/>
                </a:lnTo>
                <a:lnTo>
                  <a:pt x="687819" y="381330"/>
                </a:lnTo>
                <a:lnTo>
                  <a:pt x="667677" y="394804"/>
                </a:lnTo>
                <a:lnTo>
                  <a:pt x="643191" y="399757"/>
                </a:lnTo>
                <a:lnTo>
                  <a:pt x="618794" y="394804"/>
                </a:lnTo>
                <a:lnTo>
                  <a:pt x="598843" y="381330"/>
                </a:lnTo>
                <a:lnTo>
                  <a:pt x="585393" y="361365"/>
                </a:lnTo>
                <a:lnTo>
                  <a:pt x="580453" y="336943"/>
                </a:lnTo>
                <a:lnTo>
                  <a:pt x="580123" y="241846"/>
                </a:lnTo>
                <a:lnTo>
                  <a:pt x="580034" y="217982"/>
                </a:lnTo>
                <a:lnTo>
                  <a:pt x="538251" y="241846"/>
                </a:lnTo>
                <a:lnTo>
                  <a:pt x="538251" y="336943"/>
                </a:lnTo>
                <a:lnTo>
                  <a:pt x="546430" y="377634"/>
                </a:lnTo>
                <a:lnTo>
                  <a:pt x="568947" y="411276"/>
                </a:lnTo>
                <a:lnTo>
                  <a:pt x="602310" y="433781"/>
                </a:lnTo>
                <a:lnTo>
                  <a:pt x="643191" y="442023"/>
                </a:lnTo>
                <a:lnTo>
                  <a:pt x="683768" y="433781"/>
                </a:lnTo>
                <a:lnTo>
                  <a:pt x="684047" y="433781"/>
                </a:lnTo>
                <a:lnTo>
                  <a:pt x="717727" y="411060"/>
                </a:lnTo>
                <a:lnTo>
                  <a:pt x="725398" y="399757"/>
                </a:lnTo>
                <a:lnTo>
                  <a:pt x="740397" y="377634"/>
                </a:lnTo>
                <a:lnTo>
                  <a:pt x="748728" y="336943"/>
                </a:lnTo>
                <a:close/>
              </a:path>
              <a:path w="1286510" h="1026794">
                <a:moveTo>
                  <a:pt x="766318" y="930452"/>
                </a:moveTo>
                <a:lnTo>
                  <a:pt x="742276" y="930452"/>
                </a:lnTo>
                <a:lnTo>
                  <a:pt x="742276" y="976249"/>
                </a:lnTo>
                <a:lnTo>
                  <a:pt x="741362" y="986320"/>
                </a:lnTo>
                <a:lnTo>
                  <a:pt x="738022" y="996429"/>
                </a:lnTo>
                <a:lnTo>
                  <a:pt x="731393" y="1004239"/>
                </a:lnTo>
                <a:lnTo>
                  <a:pt x="720585" y="1007364"/>
                </a:lnTo>
                <a:lnTo>
                  <a:pt x="711428" y="1004811"/>
                </a:lnTo>
                <a:lnTo>
                  <a:pt x="706729" y="998334"/>
                </a:lnTo>
                <a:lnTo>
                  <a:pt x="705002" y="989787"/>
                </a:lnTo>
                <a:lnTo>
                  <a:pt x="704748" y="980948"/>
                </a:lnTo>
                <a:lnTo>
                  <a:pt x="704748" y="930452"/>
                </a:lnTo>
                <a:lnTo>
                  <a:pt x="680720" y="930452"/>
                </a:lnTo>
                <a:lnTo>
                  <a:pt x="680720" y="989787"/>
                </a:lnTo>
                <a:lnTo>
                  <a:pt x="682510" y="1004239"/>
                </a:lnTo>
                <a:lnTo>
                  <a:pt x="682536" y="1004455"/>
                </a:lnTo>
                <a:lnTo>
                  <a:pt x="688187" y="1016177"/>
                </a:lnTo>
                <a:lnTo>
                  <a:pt x="698030" y="1023937"/>
                </a:lnTo>
                <a:lnTo>
                  <a:pt x="712381" y="1026744"/>
                </a:lnTo>
                <a:lnTo>
                  <a:pt x="721271" y="1025677"/>
                </a:lnTo>
                <a:lnTo>
                  <a:pt x="729386" y="1022629"/>
                </a:lnTo>
                <a:lnTo>
                  <a:pt x="736612" y="1017828"/>
                </a:lnTo>
                <a:lnTo>
                  <a:pt x="742861" y="1011478"/>
                </a:lnTo>
                <a:lnTo>
                  <a:pt x="743445" y="1011478"/>
                </a:lnTo>
                <a:lnTo>
                  <a:pt x="743445" y="1024394"/>
                </a:lnTo>
                <a:lnTo>
                  <a:pt x="766318" y="1024394"/>
                </a:lnTo>
                <a:lnTo>
                  <a:pt x="766318" y="1011478"/>
                </a:lnTo>
                <a:lnTo>
                  <a:pt x="766318" y="1007364"/>
                </a:lnTo>
                <a:lnTo>
                  <a:pt x="766318" y="930452"/>
                </a:lnTo>
                <a:close/>
              </a:path>
              <a:path w="1286510" h="1026794">
                <a:moveTo>
                  <a:pt x="775106" y="712660"/>
                </a:moveTo>
                <a:lnTo>
                  <a:pt x="750481" y="712660"/>
                </a:lnTo>
                <a:lnTo>
                  <a:pt x="750481" y="806589"/>
                </a:lnTo>
                <a:lnTo>
                  <a:pt x="775106" y="806589"/>
                </a:lnTo>
                <a:lnTo>
                  <a:pt x="775106" y="712660"/>
                </a:lnTo>
                <a:close/>
              </a:path>
              <a:path w="1286510" h="1026794">
                <a:moveTo>
                  <a:pt x="775106" y="672744"/>
                </a:moveTo>
                <a:lnTo>
                  <a:pt x="750481" y="672744"/>
                </a:lnTo>
                <a:lnTo>
                  <a:pt x="750481" y="695642"/>
                </a:lnTo>
                <a:lnTo>
                  <a:pt x="775106" y="695642"/>
                </a:lnTo>
                <a:lnTo>
                  <a:pt x="775106" y="672744"/>
                </a:lnTo>
                <a:close/>
              </a:path>
              <a:path w="1286510" h="1026794">
                <a:moveTo>
                  <a:pt x="851877" y="996213"/>
                </a:moveTo>
                <a:lnTo>
                  <a:pt x="845286" y="977760"/>
                </a:lnTo>
                <a:lnTo>
                  <a:pt x="830783" y="969276"/>
                </a:lnTo>
                <a:lnTo>
                  <a:pt x="816267" y="964425"/>
                </a:lnTo>
                <a:lnTo>
                  <a:pt x="809675" y="956881"/>
                </a:lnTo>
                <a:lnTo>
                  <a:pt x="809675" y="948664"/>
                </a:lnTo>
                <a:lnTo>
                  <a:pt x="817880" y="946315"/>
                </a:lnTo>
                <a:lnTo>
                  <a:pt x="833120" y="946315"/>
                </a:lnTo>
                <a:lnTo>
                  <a:pt x="838441" y="948067"/>
                </a:lnTo>
                <a:lnTo>
                  <a:pt x="846023" y="950417"/>
                </a:lnTo>
                <a:lnTo>
                  <a:pt x="846429" y="946315"/>
                </a:lnTo>
                <a:lnTo>
                  <a:pt x="847813" y="932218"/>
                </a:lnTo>
                <a:lnTo>
                  <a:pt x="842022" y="930922"/>
                </a:lnTo>
                <a:lnTo>
                  <a:pt x="835863" y="929792"/>
                </a:lnTo>
                <a:lnTo>
                  <a:pt x="828929" y="929005"/>
                </a:lnTo>
                <a:lnTo>
                  <a:pt x="820851" y="928700"/>
                </a:lnTo>
                <a:lnTo>
                  <a:pt x="807262" y="930389"/>
                </a:lnTo>
                <a:lnTo>
                  <a:pt x="795642" y="935596"/>
                </a:lnTo>
                <a:lnTo>
                  <a:pt x="787552" y="944549"/>
                </a:lnTo>
                <a:lnTo>
                  <a:pt x="784504" y="957465"/>
                </a:lnTo>
                <a:lnTo>
                  <a:pt x="791095" y="975423"/>
                </a:lnTo>
                <a:lnTo>
                  <a:pt x="805611" y="983145"/>
                </a:lnTo>
                <a:lnTo>
                  <a:pt x="820115" y="988009"/>
                </a:lnTo>
                <a:lnTo>
                  <a:pt x="826719" y="997381"/>
                </a:lnTo>
                <a:lnTo>
                  <a:pt x="826719" y="1006195"/>
                </a:lnTo>
                <a:lnTo>
                  <a:pt x="816711" y="1008545"/>
                </a:lnTo>
                <a:lnTo>
                  <a:pt x="802640" y="1008545"/>
                </a:lnTo>
                <a:lnTo>
                  <a:pt x="794435" y="1006195"/>
                </a:lnTo>
                <a:lnTo>
                  <a:pt x="786853" y="1002665"/>
                </a:lnTo>
                <a:lnTo>
                  <a:pt x="785685" y="1022629"/>
                </a:lnTo>
                <a:lnTo>
                  <a:pt x="792353" y="1024267"/>
                </a:lnTo>
                <a:lnTo>
                  <a:pt x="799198" y="1025563"/>
                </a:lnTo>
                <a:lnTo>
                  <a:pt x="806170" y="1026426"/>
                </a:lnTo>
                <a:lnTo>
                  <a:pt x="813193" y="1026744"/>
                </a:lnTo>
                <a:lnTo>
                  <a:pt x="827417" y="1025029"/>
                </a:lnTo>
                <a:lnTo>
                  <a:pt x="839800" y="1019619"/>
                </a:lnTo>
                <a:lnTo>
                  <a:pt x="848563" y="1010145"/>
                </a:lnTo>
                <a:lnTo>
                  <a:pt x="848944" y="1008545"/>
                </a:lnTo>
                <a:lnTo>
                  <a:pt x="851877" y="996213"/>
                </a:lnTo>
                <a:close/>
              </a:path>
              <a:path w="1286510" h="1026794">
                <a:moveTo>
                  <a:pt x="855395" y="806589"/>
                </a:moveTo>
                <a:lnTo>
                  <a:pt x="854443" y="790765"/>
                </a:lnTo>
                <a:lnTo>
                  <a:pt x="854367" y="789559"/>
                </a:lnTo>
                <a:lnTo>
                  <a:pt x="854329" y="788974"/>
                </a:lnTo>
                <a:lnTo>
                  <a:pt x="854227" y="787222"/>
                </a:lnTo>
                <a:lnTo>
                  <a:pt x="851877" y="788974"/>
                </a:lnTo>
                <a:lnTo>
                  <a:pt x="847813" y="789559"/>
                </a:lnTo>
                <a:lnTo>
                  <a:pt x="834301" y="789559"/>
                </a:lnTo>
                <a:lnTo>
                  <a:pt x="831951" y="781939"/>
                </a:lnTo>
                <a:lnTo>
                  <a:pt x="831951" y="730859"/>
                </a:lnTo>
                <a:lnTo>
                  <a:pt x="853681" y="730859"/>
                </a:lnTo>
                <a:lnTo>
                  <a:pt x="853681" y="712660"/>
                </a:lnTo>
                <a:lnTo>
                  <a:pt x="831951" y="712660"/>
                </a:lnTo>
                <a:lnTo>
                  <a:pt x="831951" y="686244"/>
                </a:lnTo>
                <a:lnTo>
                  <a:pt x="807961" y="693877"/>
                </a:lnTo>
                <a:lnTo>
                  <a:pt x="807961" y="712660"/>
                </a:lnTo>
                <a:lnTo>
                  <a:pt x="789749" y="712660"/>
                </a:lnTo>
                <a:lnTo>
                  <a:pt x="789749" y="730859"/>
                </a:lnTo>
                <a:lnTo>
                  <a:pt x="807961" y="730859"/>
                </a:lnTo>
                <a:lnTo>
                  <a:pt x="807961" y="778408"/>
                </a:lnTo>
                <a:lnTo>
                  <a:pt x="809891" y="790765"/>
                </a:lnTo>
                <a:lnTo>
                  <a:pt x="815581" y="800201"/>
                </a:lnTo>
                <a:lnTo>
                  <a:pt x="824776" y="806234"/>
                </a:lnTo>
                <a:lnTo>
                  <a:pt x="837260" y="808355"/>
                </a:lnTo>
                <a:lnTo>
                  <a:pt x="844296" y="808355"/>
                </a:lnTo>
                <a:lnTo>
                  <a:pt x="850163" y="807758"/>
                </a:lnTo>
                <a:lnTo>
                  <a:pt x="855395" y="806589"/>
                </a:lnTo>
                <a:close/>
              </a:path>
              <a:path w="1286510" h="1026794">
                <a:moveTo>
                  <a:pt x="874229" y="0"/>
                </a:moveTo>
                <a:lnTo>
                  <a:pt x="832573" y="0"/>
                </a:lnTo>
                <a:lnTo>
                  <a:pt x="832573" y="72771"/>
                </a:lnTo>
                <a:lnTo>
                  <a:pt x="790371" y="96862"/>
                </a:lnTo>
                <a:lnTo>
                  <a:pt x="790371" y="336943"/>
                </a:lnTo>
                <a:lnTo>
                  <a:pt x="782891" y="383311"/>
                </a:lnTo>
                <a:lnTo>
                  <a:pt x="762038" y="423595"/>
                </a:lnTo>
                <a:lnTo>
                  <a:pt x="730211" y="455371"/>
                </a:lnTo>
                <a:lnTo>
                  <a:pt x="689787" y="476224"/>
                </a:lnTo>
                <a:lnTo>
                  <a:pt x="643191" y="483704"/>
                </a:lnTo>
                <a:lnTo>
                  <a:pt x="596811" y="476224"/>
                </a:lnTo>
                <a:lnTo>
                  <a:pt x="556437" y="455371"/>
                </a:lnTo>
                <a:lnTo>
                  <a:pt x="524522" y="423595"/>
                </a:lnTo>
                <a:lnTo>
                  <a:pt x="503643" y="383451"/>
                </a:lnTo>
                <a:lnTo>
                  <a:pt x="503567" y="383311"/>
                </a:lnTo>
                <a:lnTo>
                  <a:pt x="496036" y="336943"/>
                </a:lnTo>
                <a:lnTo>
                  <a:pt x="496036" y="217741"/>
                </a:lnTo>
                <a:lnTo>
                  <a:pt x="538251" y="193725"/>
                </a:lnTo>
                <a:lnTo>
                  <a:pt x="580034" y="217512"/>
                </a:lnTo>
                <a:lnTo>
                  <a:pt x="579945" y="193725"/>
                </a:lnTo>
                <a:lnTo>
                  <a:pt x="579869" y="169633"/>
                </a:lnTo>
                <a:lnTo>
                  <a:pt x="622084" y="144983"/>
                </a:lnTo>
                <a:lnTo>
                  <a:pt x="664298" y="169633"/>
                </a:lnTo>
                <a:lnTo>
                  <a:pt x="664298" y="144983"/>
                </a:lnTo>
                <a:lnTo>
                  <a:pt x="664298" y="120878"/>
                </a:lnTo>
                <a:lnTo>
                  <a:pt x="706513" y="96862"/>
                </a:lnTo>
                <a:lnTo>
                  <a:pt x="748245" y="121577"/>
                </a:lnTo>
                <a:lnTo>
                  <a:pt x="748195" y="96862"/>
                </a:lnTo>
                <a:lnTo>
                  <a:pt x="748144" y="72771"/>
                </a:lnTo>
                <a:lnTo>
                  <a:pt x="790371" y="48666"/>
                </a:lnTo>
                <a:lnTo>
                  <a:pt x="832573" y="72771"/>
                </a:lnTo>
                <a:lnTo>
                  <a:pt x="832573" y="0"/>
                </a:lnTo>
                <a:lnTo>
                  <a:pt x="411607" y="0"/>
                </a:lnTo>
                <a:lnTo>
                  <a:pt x="411607" y="336943"/>
                </a:lnTo>
                <a:lnTo>
                  <a:pt x="416293" y="383311"/>
                </a:lnTo>
                <a:lnTo>
                  <a:pt x="416306" y="383451"/>
                </a:lnTo>
                <a:lnTo>
                  <a:pt x="429818" y="426821"/>
                </a:lnTo>
                <a:lnTo>
                  <a:pt x="451180" y="466102"/>
                </a:lnTo>
                <a:lnTo>
                  <a:pt x="479463" y="500367"/>
                </a:lnTo>
                <a:lnTo>
                  <a:pt x="513740" y="528650"/>
                </a:lnTo>
                <a:lnTo>
                  <a:pt x="553085" y="550011"/>
                </a:lnTo>
                <a:lnTo>
                  <a:pt x="596544" y="563524"/>
                </a:lnTo>
                <a:lnTo>
                  <a:pt x="643191" y="568236"/>
                </a:lnTo>
                <a:lnTo>
                  <a:pt x="689813" y="563524"/>
                </a:lnTo>
                <a:lnTo>
                  <a:pt x="733209" y="550011"/>
                </a:lnTo>
                <a:lnTo>
                  <a:pt x="772464" y="528650"/>
                </a:lnTo>
                <a:lnTo>
                  <a:pt x="806640" y="500367"/>
                </a:lnTo>
                <a:lnTo>
                  <a:pt x="834834" y="466102"/>
                </a:lnTo>
                <a:lnTo>
                  <a:pt x="856107" y="426821"/>
                </a:lnTo>
                <a:lnTo>
                  <a:pt x="869556" y="383451"/>
                </a:lnTo>
                <a:lnTo>
                  <a:pt x="874229" y="336943"/>
                </a:lnTo>
                <a:lnTo>
                  <a:pt x="874229" y="48666"/>
                </a:lnTo>
                <a:lnTo>
                  <a:pt x="874229" y="0"/>
                </a:lnTo>
                <a:close/>
              </a:path>
              <a:path w="1286510" h="1026794">
                <a:moveTo>
                  <a:pt x="925817" y="1024394"/>
                </a:moveTo>
                <a:lnTo>
                  <a:pt x="924864" y="1008659"/>
                </a:lnTo>
                <a:lnTo>
                  <a:pt x="924788" y="1007364"/>
                </a:lnTo>
                <a:lnTo>
                  <a:pt x="924750" y="1006779"/>
                </a:lnTo>
                <a:lnTo>
                  <a:pt x="924648" y="1005014"/>
                </a:lnTo>
                <a:lnTo>
                  <a:pt x="922299" y="1006779"/>
                </a:lnTo>
                <a:lnTo>
                  <a:pt x="918159" y="1007364"/>
                </a:lnTo>
                <a:lnTo>
                  <a:pt x="904722" y="1007364"/>
                </a:lnTo>
                <a:lnTo>
                  <a:pt x="902373" y="1000315"/>
                </a:lnTo>
                <a:lnTo>
                  <a:pt x="902373" y="948664"/>
                </a:lnTo>
                <a:lnTo>
                  <a:pt x="924026" y="948664"/>
                </a:lnTo>
                <a:lnTo>
                  <a:pt x="924026" y="930452"/>
                </a:lnTo>
                <a:lnTo>
                  <a:pt x="902373" y="930452"/>
                </a:lnTo>
                <a:lnTo>
                  <a:pt x="902373" y="904049"/>
                </a:lnTo>
                <a:lnTo>
                  <a:pt x="878293" y="912266"/>
                </a:lnTo>
                <a:lnTo>
                  <a:pt x="878293" y="930452"/>
                </a:lnTo>
                <a:lnTo>
                  <a:pt x="860171" y="930452"/>
                </a:lnTo>
                <a:lnTo>
                  <a:pt x="860171" y="948664"/>
                </a:lnTo>
                <a:lnTo>
                  <a:pt x="878293" y="948664"/>
                </a:lnTo>
                <a:lnTo>
                  <a:pt x="878293" y="996213"/>
                </a:lnTo>
                <a:lnTo>
                  <a:pt x="880237" y="1008659"/>
                </a:lnTo>
                <a:lnTo>
                  <a:pt x="885926" y="1018298"/>
                </a:lnTo>
                <a:lnTo>
                  <a:pt x="895121" y="1024534"/>
                </a:lnTo>
                <a:lnTo>
                  <a:pt x="907605" y="1026744"/>
                </a:lnTo>
                <a:lnTo>
                  <a:pt x="914641" y="1026744"/>
                </a:lnTo>
                <a:lnTo>
                  <a:pt x="920508" y="1025563"/>
                </a:lnTo>
                <a:lnTo>
                  <a:pt x="925817" y="1024394"/>
                </a:lnTo>
                <a:close/>
              </a:path>
              <a:path w="1286510" h="1026794">
                <a:moveTo>
                  <a:pt x="955675" y="712660"/>
                </a:moveTo>
                <a:lnTo>
                  <a:pt x="931062" y="712660"/>
                </a:lnTo>
                <a:lnTo>
                  <a:pt x="908786" y="781354"/>
                </a:lnTo>
                <a:lnTo>
                  <a:pt x="908240" y="781354"/>
                </a:lnTo>
                <a:lnTo>
                  <a:pt x="885964" y="712660"/>
                </a:lnTo>
                <a:lnTo>
                  <a:pt x="858913" y="712660"/>
                </a:lnTo>
                <a:lnTo>
                  <a:pt x="894715" y="811288"/>
                </a:lnTo>
                <a:lnTo>
                  <a:pt x="894715" y="821270"/>
                </a:lnTo>
                <a:lnTo>
                  <a:pt x="888847" y="827722"/>
                </a:lnTo>
                <a:lnTo>
                  <a:pt x="873061" y="827722"/>
                </a:lnTo>
                <a:lnTo>
                  <a:pt x="869543" y="827138"/>
                </a:lnTo>
                <a:lnTo>
                  <a:pt x="866025" y="825957"/>
                </a:lnTo>
                <a:lnTo>
                  <a:pt x="864933" y="843064"/>
                </a:lnTo>
                <a:lnTo>
                  <a:pt x="864857" y="844156"/>
                </a:lnTo>
                <a:lnTo>
                  <a:pt x="870089" y="845921"/>
                </a:lnTo>
                <a:lnTo>
                  <a:pt x="875957" y="846505"/>
                </a:lnTo>
                <a:lnTo>
                  <a:pt x="881811" y="846505"/>
                </a:lnTo>
                <a:lnTo>
                  <a:pt x="914819" y="820750"/>
                </a:lnTo>
                <a:lnTo>
                  <a:pt x="920508" y="805421"/>
                </a:lnTo>
                <a:lnTo>
                  <a:pt x="929627" y="781354"/>
                </a:lnTo>
                <a:lnTo>
                  <a:pt x="955675" y="712660"/>
                </a:lnTo>
                <a:close/>
              </a:path>
              <a:path w="1286510" h="1026794">
                <a:moveTo>
                  <a:pt x="994994" y="929284"/>
                </a:moveTo>
                <a:lnTo>
                  <a:pt x="992644" y="928700"/>
                </a:lnTo>
                <a:lnTo>
                  <a:pt x="987958" y="928700"/>
                </a:lnTo>
                <a:lnTo>
                  <a:pt x="977900" y="931125"/>
                </a:lnTo>
                <a:lnTo>
                  <a:pt x="969987" y="937133"/>
                </a:lnTo>
                <a:lnTo>
                  <a:pt x="964628" y="944803"/>
                </a:lnTo>
                <a:lnTo>
                  <a:pt x="962164" y="952182"/>
                </a:lnTo>
                <a:lnTo>
                  <a:pt x="961542" y="952182"/>
                </a:lnTo>
                <a:lnTo>
                  <a:pt x="961542" y="930452"/>
                </a:lnTo>
                <a:lnTo>
                  <a:pt x="940435" y="930452"/>
                </a:lnTo>
                <a:lnTo>
                  <a:pt x="940435" y="1024394"/>
                </a:lnTo>
                <a:lnTo>
                  <a:pt x="964514" y="1024394"/>
                </a:lnTo>
                <a:lnTo>
                  <a:pt x="964514" y="989749"/>
                </a:lnTo>
                <a:lnTo>
                  <a:pt x="964819" y="978090"/>
                </a:lnTo>
                <a:lnTo>
                  <a:pt x="967003" y="965606"/>
                </a:lnTo>
                <a:lnTo>
                  <a:pt x="972921" y="955662"/>
                </a:lnTo>
                <a:lnTo>
                  <a:pt x="982776" y="952182"/>
                </a:lnTo>
                <a:lnTo>
                  <a:pt x="984440" y="951598"/>
                </a:lnTo>
                <a:lnTo>
                  <a:pt x="988504" y="951598"/>
                </a:lnTo>
                <a:lnTo>
                  <a:pt x="993190" y="952766"/>
                </a:lnTo>
                <a:lnTo>
                  <a:pt x="994994" y="953947"/>
                </a:lnTo>
                <a:lnTo>
                  <a:pt x="994994" y="951598"/>
                </a:lnTo>
                <a:lnTo>
                  <a:pt x="994994" y="929284"/>
                </a:lnTo>
                <a:close/>
              </a:path>
              <a:path w="1286510" h="1026794">
                <a:moveTo>
                  <a:pt x="1087615" y="1024394"/>
                </a:moveTo>
                <a:lnTo>
                  <a:pt x="1087107" y="1017333"/>
                </a:lnTo>
                <a:lnTo>
                  <a:pt x="1087069" y="1010399"/>
                </a:lnTo>
                <a:lnTo>
                  <a:pt x="1086916" y="1008545"/>
                </a:lnTo>
                <a:lnTo>
                  <a:pt x="1086446" y="1003261"/>
                </a:lnTo>
                <a:lnTo>
                  <a:pt x="1086446" y="980948"/>
                </a:lnTo>
                <a:lnTo>
                  <a:pt x="1086370" y="967447"/>
                </a:lnTo>
                <a:lnTo>
                  <a:pt x="1084224" y="950785"/>
                </a:lnTo>
                <a:lnTo>
                  <a:pt x="1084160" y="950252"/>
                </a:lnTo>
                <a:lnTo>
                  <a:pt x="1081849" y="946315"/>
                </a:lnTo>
                <a:lnTo>
                  <a:pt x="1076985" y="938022"/>
                </a:lnTo>
                <a:lnTo>
                  <a:pt x="1064412" y="930960"/>
                </a:lnTo>
                <a:lnTo>
                  <a:pt x="1045959" y="928700"/>
                </a:lnTo>
                <a:lnTo>
                  <a:pt x="1037793" y="929144"/>
                </a:lnTo>
                <a:lnTo>
                  <a:pt x="1029411" y="930465"/>
                </a:lnTo>
                <a:lnTo>
                  <a:pt x="1021257" y="932662"/>
                </a:lnTo>
                <a:lnTo>
                  <a:pt x="1013752" y="935748"/>
                </a:lnTo>
                <a:lnTo>
                  <a:pt x="1014031" y="946315"/>
                </a:lnTo>
                <a:lnTo>
                  <a:pt x="1014107" y="949096"/>
                </a:lnTo>
                <a:lnTo>
                  <a:pt x="1014196" y="952258"/>
                </a:lnTo>
                <a:lnTo>
                  <a:pt x="1014298" y="956297"/>
                </a:lnTo>
                <a:lnTo>
                  <a:pt x="1020775" y="952258"/>
                </a:lnTo>
                <a:lnTo>
                  <a:pt x="1027798" y="949096"/>
                </a:lnTo>
                <a:lnTo>
                  <a:pt x="1035265" y="947039"/>
                </a:lnTo>
                <a:lnTo>
                  <a:pt x="1043063" y="946315"/>
                </a:lnTo>
                <a:lnTo>
                  <a:pt x="1052525" y="947369"/>
                </a:lnTo>
                <a:lnTo>
                  <a:pt x="1059091" y="950785"/>
                </a:lnTo>
                <a:lnTo>
                  <a:pt x="1062926" y="956957"/>
                </a:lnTo>
                <a:lnTo>
                  <a:pt x="1064171" y="966266"/>
                </a:lnTo>
                <a:lnTo>
                  <a:pt x="1064171" y="980948"/>
                </a:lnTo>
                <a:lnTo>
                  <a:pt x="1064082" y="989063"/>
                </a:lnTo>
                <a:lnTo>
                  <a:pt x="1062990" y="995032"/>
                </a:lnTo>
                <a:lnTo>
                  <a:pt x="1058849" y="1000328"/>
                </a:lnTo>
                <a:lnTo>
                  <a:pt x="1055331" y="1005611"/>
                </a:lnTo>
                <a:lnTo>
                  <a:pt x="1049477" y="1008545"/>
                </a:lnTo>
                <a:lnTo>
                  <a:pt x="1033056" y="1008545"/>
                </a:lnTo>
                <a:lnTo>
                  <a:pt x="1026655" y="1005014"/>
                </a:lnTo>
                <a:lnTo>
                  <a:pt x="1026655" y="997381"/>
                </a:lnTo>
                <a:lnTo>
                  <a:pt x="1029296" y="988631"/>
                </a:lnTo>
                <a:lnTo>
                  <a:pt x="1035939" y="983665"/>
                </a:lnTo>
                <a:lnTo>
                  <a:pt x="1044689" y="981456"/>
                </a:lnTo>
                <a:lnTo>
                  <a:pt x="1053617" y="980948"/>
                </a:lnTo>
                <a:lnTo>
                  <a:pt x="1064171" y="980948"/>
                </a:lnTo>
                <a:lnTo>
                  <a:pt x="1064171" y="966266"/>
                </a:lnTo>
                <a:lnTo>
                  <a:pt x="1050645" y="966266"/>
                </a:lnTo>
                <a:lnTo>
                  <a:pt x="1042835" y="966533"/>
                </a:lnTo>
                <a:lnTo>
                  <a:pt x="1004443" y="989063"/>
                </a:lnTo>
                <a:lnTo>
                  <a:pt x="1003198" y="998562"/>
                </a:lnTo>
                <a:lnTo>
                  <a:pt x="1006017" y="1010399"/>
                </a:lnTo>
                <a:lnTo>
                  <a:pt x="1013333" y="1019111"/>
                </a:lnTo>
                <a:lnTo>
                  <a:pt x="1013460" y="1019251"/>
                </a:lnTo>
                <a:lnTo>
                  <a:pt x="1023975" y="1024813"/>
                </a:lnTo>
                <a:lnTo>
                  <a:pt x="1036027" y="1026744"/>
                </a:lnTo>
                <a:lnTo>
                  <a:pt x="1044460" y="1025652"/>
                </a:lnTo>
                <a:lnTo>
                  <a:pt x="1052563" y="1022489"/>
                </a:lnTo>
                <a:lnTo>
                  <a:pt x="1059586" y="1017333"/>
                </a:lnTo>
                <a:lnTo>
                  <a:pt x="1064641" y="1010399"/>
                </a:lnTo>
                <a:lnTo>
                  <a:pt x="1065339" y="1010399"/>
                </a:lnTo>
                <a:lnTo>
                  <a:pt x="1065377" y="1019251"/>
                </a:lnTo>
                <a:lnTo>
                  <a:pt x="1066507" y="1024394"/>
                </a:lnTo>
                <a:lnTo>
                  <a:pt x="1087615" y="1024394"/>
                </a:lnTo>
                <a:close/>
              </a:path>
              <a:path w="1286510" h="1026794">
                <a:moveTo>
                  <a:pt x="1110513" y="760209"/>
                </a:moveTo>
                <a:lnTo>
                  <a:pt x="1106792" y="739381"/>
                </a:lnTo>
                <a:lnTo>
                  <a:pt x="1100353" y="729691"/>
                </a:lnTo>
                <a:lnTo>
                  <a:pt x="1096518" y="723887"/>
                </a:lnTo>
                <a:lnTo>
                  <a:pt x="1085265" y="716864"/>
                </a:lnTo>
                <a:lnTo>
                  <a:pt x="1085265" y="757275"/>
                </a:lnTo>
                <a:lnTo>
                  <a:pt x="1084186" y="768756"/>
                </a:lnTo>
                <a:lnTo>
                  <a:pt x="1084160" y="769010"/>
                </a:lnTo>
                <a:lnTo>
                  <a:pt x="1080452" y="779145"/>
                </a:lnTo>
                <a:lnTo>
                  <a:pt x="1080376" y="779360"/>
                </a:lnTo>
                <a:lnTo>
                  <a:pt x="1073162" y="786752"/>
                </a:lnTo>
                <a:lnTo>
                  <a:pt x="1061821" y="789559"/>
                </a:lnTo>
                <a:lnTo>
                  <a:pt x="1050569" y="786752"/>
                </a:lnTo>
                <a:lnTo>
                  <a:pt x="1050328" y="786752"/>
                </a:lnTo>
                <a:lnTo>
                  <a:pt x="1043063" y="779145"/>
                </a:lnTo>
                <a:lnTo>
                  <a:pt x="1039482" y="769010"/>
                </a:lnTo>
                <a:lnTo>
                  <a:pt x="1039393" y="768756"/>
                </a:lnTo>
                <a:lnTo>
                  <a:pt x="1038377" y="757275"/>
                </a:lnTo>
                <a:lnTo>
                  <a:pt x="1039799" y="747026"/>
                </a:lnTo>
                <a:lnTo>
                  <a:pt x="1044143" y="738200"/>
                </a:lnTo>
                <a:lnTo>
                  <a:pt x="1051458" y="732015"/>
                </a:lnTo>
                <a:lnTo>
                  <a:pt x="1061821" y="729691"/>
                </a:lnTo>
                <a:lnTo>
                  <a:pt x="1072184" y="732015"/>
                </a:lnTo>
                <a:lnTo>
                  <a:pt x="1079500" y="738200"/>
                </a:lnTo>
                <a:lnTo>
                  <a:pt x="1083843" y="747026"/>
                </a:lnTo>
                <a:lnTo>
                  <a:pt x="1085265" y="757275"/>
                </a:lnTo>
                <a:lnTo>
                  <a:pt x="1085265" y="716864"/>
                </a:lnTo>
                <a:lnTo>
                  <a:pt x="1081074" y="714235"/>
                </a:lnTo>
                <a:lnTo>
                  <a:pt x="1061821" y="710907"/>
                </a:lnTo>
                <a:lnTo>
                  <a:pt x="1042492" y="714235"/>
                </a:lnTo>
                <a:lnTo>
                  <a:pt x="1026858" y="723887"/>
                </a:lnTo>
                <a:lnTo>
                  <a:pt x="1016393" y="739381"/>
                </a:lnTo>
                <a:lnTo>
                  <a:pt x="1012583" y="760209"/>
                </a:lnTo>
                <a:lnTo>
                  <a:pt x="1015911" y="779145"/>
                </a:lnTo>
                <a:lnTo>
                  <a:pt x="1025537" y="794410"/>
                </a:lnTo>
                <a:lnTo>
                  <a:pt x="1041006" y="804621"/>
                </a:lnTo>
                <a:lnTo>
                  <a:pt x="1061821" y="808355"/>
                </a:lnTo>
                <a:lnTo>
                  <a:pt x="1082548" y="804621"/>
                </a:lnTo>
                <a:lnTo>
                  <a:pt x="1097838" y="794410"/>
                </a:lnTo>
                <a:lnTo>
                  <a:pt x="1100823" y="789559"/>
                </a:lnTo>
                <a:lnTo>
                  <a:pt x="1107274" y="779145"/>
                </a:lnTo>
                <a:lnTo>
                  <a:pt x="1110513" y="760209"/>
                </a:lnTo>
                <a:close/>
              </a:path>
              <a:path w="1286510" h="1026794">
                <a:moveTo>
                  <a:pt x="1133970" y="888199"/>
                </a:moveTo>
                <a:lnTo>
                  <a:pt x="1109891" y="888199"/>
                </a:lnTo>
                <a:lnTo>
                  <a:pt x="1109891" y="1024394"/>
                </a:lnTo>
                <a:lnTo>
                  <a:pt x="1133970" y="1024394"/>
                </a:lnTo>
                <a:lnTo>
                  <a:pt x="1133970" y="888199"/>
                </a:lnTo>
                <a:close/>
              </a:path>
              <a:path w="1286510" h="1026794">
                <a:moveTo>
                  <a:pt x="1183754" y="930452"/>
                </a:moveTo>
                <a:lnTo>
                  <a:pt x="1159129" y="930452"/>
                </a:lnTo>
                <a:lnTo>
                  <a:pt x="1159129" y="1024394"/>
                </a:lnTo>
                <a:lnTo>
                  <a:pt x="1183754" y="1024394"/>
                </a:lnTo>
                <a:lnTo>
                  <a:pt x="1183754" y="930452"/>
                </a:lnTo>
                <a:close/>
              </a:path>
              <a:path w="1286510" h="1026794">
                <a:moveTo>
                  <a:pt x="1183754" y="890536"/>
                </a:moveTo>
                <a:lnTo>
                  <a:pt x="1159129" y="890536"/>
                </a:lnTo>
                <a:lnTo>
                  <a:pt x="1159129" y="913434"/>
                </a:lnTo>
                <a:lnTo>
                  <a:pt x="1183754" y="913434"/>
                </a:lnTo>
                <a:lnTo>
                  <a:pt x="1183754" y="890536"/>
                </a:lnTo>
                <a:close/>
              </a:path>
              <a:path w="1286510" h="1026794">
                <a:moveTo>
                  <a:pt x="1184922" y="669798"/>
                </a:moveTo>
                <a:lnTo>
                  <a:pt x="1180236" y="668629"/>
                </a:lnTo>
                <a:lnTo>
                  <a:pt x="1173200" y="668045"/>
                </a:lnTo>
                <a:lnTo>
                  <a:pt x="1167333" y="668045"/>
                </a:lnTo>
                <a:lnTo>
                  <a:pt x="1154531" y="670356"/>
                </a:lnTo>
                <a:lnTo>
                  <a:pt x="1145171" y="676846"/>
                </a:lnTo>
                <a:lnTo>
                  <a:pt x="1139431" y="686866"/>
                </a:lnTo>
                <a:lnTo>
                  <a:pt x="1137475" y="699744"/>
                </a:lnTo>
                <a:lnTo>
                  <a:pt x="1137475" y="712660"/>
                </a:lnTo>
                <a:lnTo>
                  <a:pt x="1119898" y="712660"/>
                </a:lnTo>
                <a:lnTo>
                  <a:pt x="1119898" y="730859"/>
                </a:lnTo>
                <a:lnTo>
                  <a:pt x="1137475" y="730859"/>
                </a:lnTo>
                <a:lnTo>
                  <a:pt x="1137475" y="806589"/>
                </a:lnTo>
                <a:lnTo>
                  <a:pt x="1162100" y="806589"/>
                </a:lnTo>
                <a:lnTo>
                  <a:pt x="1162100" y="730859"/>
                </a:lnTo>
                <a:lnTo>
                  <a:pt x="1183208" y="730859"/>
                </a:lnTo>
                <a:lnTo>
                  <a:pt x="1183208" y="712660"/>
                </a:lnTo>
                <a:lnTo>
                  <a:pt x="1162100" y="712660"/>
                </a:lnTo>
                <a:lnTo>
                  <a:pt x="1162100" y="693877"/>
                </a:lnTo>
                <a:lnTo>
                  <a:pt x="1164437" y="686866"/>
                </a:lnTo>
                <a:lnTo>
                  <a:pt x="1177950" y="686866"/>
                </a:lnTo>
                <a:lnTo>
                  <a:pt x="1180858" y="688594"/>
                </a:lnTo>
                <a:lnTo>
                  <a:pt x="1183208" y="690346"/>
                </a:lnTo>
                <a:lnTo>
                  <a:pt x="1183500" y="686866"/>
                </a:lnTo>
                <a:lnTo>
                  <a:pt x="1184884" y="670356"/>
                </a:lnTo>
                <a:lnTo>
                  <a:pt x="1184922" y="669798"/>
                </a:lnTo>
                <a:close/>
              </a:path>
              <a:path w="1286510" h="1026794">
                <a:moveTo>
                  <a:pt x="1286383" y="1016762"/>
                </a:moveTo>
                <a:lnTo>
                  <a:pt x="1285760" y="1010399"/>
                </a:lnTo>
                <a:lnTo>
                  <a:pt x="1285748" y="1008545"/>
                </a:lnTo>
                <a:lnTo>
                  <a:pt x="1285748" y="1003261"/>
                </a:lnTo>
                <a:lnTo>
                  <a:pt x="1285392" y="998562"/>
                </a:lnTo>
                <a:lnTo>
                  <a:pt x="1285290" y="997381"/>
                </a:lnTo>
                <a:lnTo>
                  <a:pt x="1285201" y="980948"/>
                </a:lnTo>
                <a:lnTo>
                  <a:pt x="1285125" y="967447"/>
                </a:lnTo>
                <a:lnTo>
                  <a:pt x="1282992" y="950785"/>
                </a:lnTo>
                <a:lnTo>
                  <a:pt x="1282928" y="950252"/>
                </a:lnTo>
                <a:lnTo>
                  <a:pt x="1280617" y="946315"/>
                </a:lnTo>
                <a:lnTo>
                  <a:pt x="1275753" y="938022"/>
                </a:lnTo>
                <a:lnTo>
                  <a:pt x="1263180" y="930960"/>
                </a:lnTo>
                <a:lnTo>
                  <a:pt x="1244714" y="928700"/>
                </a:lnTo>
                <a:lnTo>
                  <a:pt x="1236814" y="929144"/>
                </a:lnTo>
                <a:lnTo>
                  <a:pt x="1228407" y="930465"/>
                </a:lnTo>
                <a:lnTo>
                  <a:pt x="1220114" y="932662"/>
                </a:lnTo>
                <a:lnTo>
                  <a:pt x="1212519" y="935748"/>
                </a:lnTo>
                <a:lnTo>
                  <a:pt x="1212799" y="946315"/>
                </a:lnTo>
                <a:lnTo>
                  <a:pt x="1212875" y="949096"/>
                </a:lnTo>
                <a:lnTo>
                  <a:pt x="1212951" y="952258"/>
                </a:lnTo>
                <a:lnTo>
                  <a:pt x="1213065" y="956297"/>
                </a:lnTo>
                <a:lnTo>
                  <a:pt x="1219606" y="952258"/>
                </a:lnTo>
                <a:lnTo>
                  <a:pt x="1226769" y="949096"/>
                </a:lnTo>
                <a:lnTo>
                  <a:pt x="1234262" y="947039"/>
                </a:lnTo>
                <a:lnTo>
                  <a:pt x="1241831" y="946315"/>
                </a:lnTo>
                <a:lnTo>
                  <a:pt x="1251292" y="947369"/>
                </a:lnTo>
                <a:lnTo>
                  <a:pt x="1257858" y="950785"/>
                </a:lnTo>
                <a:lnTo>
                  <a:pt x="1261681" y="956957"/>
                </a:lnTo>
                <a:lnTo>
                  <a:pt x="1262926" y="966266"/>
                </a:lnTo>
                <a:lnTo>
                  <a:pt x="1262926" y="980948"/>
                </a:lnTo>
                <a:lnTo>
                  <a:pt x="1248232" y="1008545"/>
                </a:lnTo>
                <a:lnTo>
                  <a:pt x="1232446" y="1008545"/>
                </a:lnTo>
                <a:lnTo>
                  <a:pt x="1225410" y="1005014"/>
                </a:lnTo>
                <a:lnTo>
                  <a:pt x="1225410" y="997381"/>
                </a:lnTo>
                <a:lnTo>
                  <a:pt x="1262926" y="980948"/>
                </a:lnTo>
                <a:lnTo>
                  <a:pt x="1262926" y="966266"/>
                </a:lnTo>
                <a:lnTo>
                  <a:pt x="1249413" y="966266"/>
                </a:lnTo>
                <a:lnTo>
                  <a:pt x="1241691" y="966533"/>
                </a:lnTo>
                <a:lnTo>
                  <a:pt x="1203667" y="989063"/>
                </a:lnTo>
                <a:lnTo>
                  <a:pt x="1202512" y="998562"/>
                </a:lnTo>
                <a:lnTo>
                  <a:pt x="1205242" y="1010399"/>
                </a:lnTo>
                <a:lnTo>
                  <a:pt x="1212380" y="1019111"/>
                </a:lnTo>
                <a:lnTo>
                  <a:pt x="1212494" y="1019251"/>
                </a:lnTo>
                <a:lnTo>
                  <a:pt x="1222819" y="1024813"/>
                </a:lnTo>
                <a:lnTo>
                  <a:pt x="1234795" y="1026744"/>
                </a:lnTo>
                <a:lnTo>
                  <a:pt x="1243228" y="1025652"/>
                </a:lnTo>
                <a:lnTo>
                  <a:pt x="1251407" y="1022489"/>
                </a:lnTo>
                <a:lnTo>
                  <a:pt x="1258608" y="1017333"/>
                </a:lnTo>
                <a:lnTo>
                  <a:pt x="1264031" y="1010399"/>
                </a:lnTo>
                <a:lnTo>
                  <a:pt x="1264132" y="1019251"/>
                </a:lnTo>
                <a:lnTo>
                  <a:pt x="1265275" y="1024394"/>
                </a:lnTo>
                <a:lnTo>
                  <a:pt x="1286383" y="1024394"/>
                </a:lnTo>
                <a:lnTo>
                  <a:pt x="1286383" y="1016762"/>
                </a:lnTo>
                <a:close/>
              </a:path>
            </a:pathLst>
          </a:custGeom>
          <a:solidFill>
            <a:srgbClr val="FDFDF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4110736" y="3641139"/>
            <a:ext cx="6271766" cy="7140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640" b="1" i="0">
                <a:solidFill>
                  <a:srgbClr val="1F487C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194562" y="4608582"/>
            <a:ext cx="10241280" cy="6894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8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256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20320">
              <a:lnSpc>
                <a:spcPts val="2982"/>
              </a:lnSpc>
            </a:pPr>
            <a:r>
              <a:rPr lang="en-AU"/>
              <a:t>Assessment</a:t>
            </a:r>
            <a:r>
              <a:rPr lang="en-AU" spc="-104"/>
              <a:t> </a:t>
            </a:r>
            <a:r>
              <a:rPr lang="en-AU" spc="-80"/>
              <a:t>1</a:t>
            </a:r>
            <a:endParaRPr lang="en-AU" spc="-80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256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20320">
              <a:lnSpc>
                <a:spcPts val="2982"/>
              </a:lnSpc>
            </a:pPr>
            <a:r>
              <a:rPr lang="en-AU"/>
              <a:t>Assessment</a:t>
            </a:r>
            <a:r>
              <a:rPr lang="en-AU" spc="-80"/>
              <a:t> 2</a:t>
            </a:r>
            <a:endParaRPr lang="en-AU" spc="-80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540260" y="474269"/>
            <a:ext cx="11549886" cy="714042"/>
          </a:xfrm>
        </p:spPr>
        <p:txBody>
          <a:bodyPr lIns="0" tIns="0" rIns="0" bIns="0"/>
          <a:lstStyle>
            <a:lvl1pPr>
              <a:defRPr sz="4640" b="1" i="0">
                <a:solidFill>
                  <a:srgbClr val="1F487C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471496" y="1605686"/>
            <a:ext cx="11255248" cy="689421"/>
          </a:xfrm>
        </p:spPr>
        <p:txBody>
          <a:bodyPr lIns="0" tIns="0" rIns="0" bIns="0"/>
          <a:lstStyle>
            <a:lvl1pPr>
              <a:defRPr sz="448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256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20320">
              <a:lnSpc>
                <a:spcPts val="2982"/>
              </a:lnSpc>
            </a:pPr>
            <a:r>
              <a:rPr lang="en-AU"/>
              <a:t>Assessment</a:t>
            </a:r>
            <a:r>
              <a:rPr lang="en-AU" spc="-104"/>
              <a:t> </a:t>
            </a:r>
            <a:r>
              <a:rPr lang="en-AU" spc="-80"/>
              <a:t>1</a:t>
            </a:r>
            <a:endParaRPr lang="en-AU" spc="-80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256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20320">
              <a:lnSpc>
                <a:spcPts val="2982"/>
              </a:lnSpc>
            </a:pPr>
            <a:r>
              <a:rPr lang="en-AU"/>
              <a:t>Assessment</a:t>
            </a:r>
            <a:r>
              <a:rPr lang="en-AU" spc="-80"/>
              <a:t> 2</a:t>
            </a:r>
            <a:endParaRPr lang="en-AU" spc="-80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540260" y="474269"/>
            <a:ext cx="11549886" cy="714042"/>
          </a:xfrm>
        </p:spPr>
        <p:txBody>
          <a:bodyPr lIns="0" tIns="0" rIns="0" bIns="0"/>
          <a:lstStyle>
            <a:lvl1pPr>
              <a:defRPr sz="4640" b="1" i="0">
                <a:solidFill>
                  <a:srgbClr val="1F487C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731520" y="1892812"/>
            <a:ext cx="6364224" cy="4308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7534656" y="1892812"/>
            <a:ext cx="6364224" cy="4308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256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20320">
              <a:lnSpc>
                <a:spcPts val="2982"/>
              </a:lnSpc>
            </a:pPr>
            <a:r>
              <a:rPr lang="en-AU"/>
              <a:t>Assessment</a:t>
            </a:r>
            <a:r>
              <a:rPr lang="en-AU" spc="-104"/>
              <a:t> </a:t>
            </a:r>
            <a:r>
              <a:rPr lang="en-AU" spc="-80"/>
              <a:t>1</a:t>
            </a:r>
            <a:endParaRPr lang="en-AU" spc="-80" dirty="0"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256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20320">
              <a:lnSpc>
                <a:spcPts val="2982"/>
              </a:lnSpc>
            </a:pPr>
            <a:r>
              <a:rPr lang="en-AU"/>
              <a:t>Assessment</a:t>
            </a:r>
            <a:r>
              <a:rPr lang="en-AU" spc="-80"/>
              <a:t> 2</a:t>
            </a:r>
            <a:endParaRPr lang="en-AU" spc="-80" dirty="0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540260" y="474269"/>
            <a:ext cx="11549886" cy="714042"/>
          </a:xfrm>
        </p:spPr>
        <p:txBody>
          <a:bodyPr lIns="0" tIns="0" rIns="0" bIns="0"/>
          <a:lstStyle>
            <a:lvl1pPr>
              <a:defRPr sz="4640" b="1" i="0">
                <a:solidFill>
                  <a:srgbClr val="1F487C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256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20320">
              <a:lnSpc>
                <a:spcPts val="2982"/>
              </a:lnSpc>
            </a:pPr>
            <a:r>
              <a:rPr lang="en-AU"/>
              <a:t>Assessment</a:t>
            </a:r>
            <a:r>
              <a:rPr lang="en-AU" spc="-104"/>
              <a:t> </a:t>
            </a:r>
            <a:r>
              <a:rPr lang="en-AU" spc="-80"/>
              <a:t>1</a:t>
            </a:r>
            <a:endParaRPr lang="en-AU" spc="-80" dirty="0"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256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20320">
              <a:lnSpc>
                <a:spcPts val="2982"/>
              </a:lnSpc>
            </a:pPr>
            <a:r>
              <a:rPr lang="en-AU"/>
              <a:t>Assessment</a:t>
            </a:r>
            <a:r>
              <a:rPr lang="en-AU" spc="-80"/>
              <a:t> 2</a:t>
            </a:r>
            <a:endParaRPr lang="en-AU" spc="-80" dirty="0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256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20320">
              <a:lnSpc>
                <a:spcPts val="2982"/>
              </a:lnSpc>
            </a:pPr>
            <a:r>
              <a:rPr lang="en-AU"/>
              <a:t>Assessment</a:t>
            </a:r>
            <a:r>
              <a:rPr lang="en-AU" spc="-104"/>
              <a:t> </a:t>
            </a:r>
            <a:r>
              <a:rPr lang="en-AU" spc="-80"/>
              <a:t>1</a:t>
            </a:r>
            <a:endParaRPr lang="en-AU" spc="-80" dirty="0"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256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20320">
              <a:lnSpc>
                <a:spcPts val="2982"/>
              </a:lnSpc>
            </a:pPr>
            <a:r>
              <a:rPr lang="en-AU"/>
              <a:t>Assessment</a:t>
            </a:r>
            <a:r>
              <a:rPr lang="en-AU" spc="-80"/>
              <a:t> 2</a:t>
            </a:r>
            <a:endParaRPr lang="en-AU" spc="-80" dirty="0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" y="7555769"/>
            <a:ext cx="14630398" cy="673829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672043" y="7668415"/>
            <a:ext cx="1471715" cy="437448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540260" y="474269"/>
            <a:ext cx="11549886" cy="4462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900" b="1" i="0">
                <a:solidFill>
                  <a:srgbClr val="1F487C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471496" y="1605689"/>
            <a:ext cx="11255248" cy="4308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991606" y="6786274"/>
            <a:ext cx="2084832" cy="3847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56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20320">
              <a:lnSpc>
                <a:spcPts val="2982"/>
              </a:lnSpc>
            </a:pPr>
            <a:r>
              <a:rPr lang="en-AU"/>
              <a:t>Assessment</a:t>
            </a:r>
            <a:r>
              <a:rPr lang="en-AU" spc="-104"/>
              <a:t> </a:t>
            </a:r>
            <a:r>
              <a:rPr lang="en-AU" spc="-80"/>
              <a:t>1</a:t>
            </a:r>
            <a:endParaRPr lang="en-AU" spc="-80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8184490" y="6786274"/>
            <a:ext cx="2087880" cy="3847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56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20320">
              <a:lnSpc>
                <a:spcPts val="2982"/>
              </a:lnSpc>
            </a:pPr>
            <a:r>
              <a:rPr lang="en-AU"/>
              <a:t>Assessment</a:t>
            </a:r>
            <a:r>
              <a:rPr lang="en-AU" spc="-80"/>
              <a:t> 2</a:t>
            </a:r>
            <a:endParaRPr lang="en-AU" spc="-80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0533890" y="7653532"/>
            <a:ext cx="336499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31520">
        <a:defRPr>
          <a:latin typeface="+mn-lt"/>
          <a:ea typeface="+mn-ea"/>
          <a:cs typeface="+mn-cs"/>
        </a:defRPr>
      </a:lvl2pPr>
      <a:lvl3pPr marL="1463040">
        <a:defRPr>
          <a:latin typeface="+mn-lt"/>
          <a:ea typeface="+mn-ea"/>
          <a:cs typeface="+mn-cs"/>
        </a:defRPr>
      </a:lvl3pPr>
      <a:lvl4pPr marL="2194560">
        <a:defRPr>
          <a:latin typeface="+mn-lt"/>
          <a:ea typeface="+mn-ea"/>
          <a:cs typeface="+mn-cs"/>
        </a:defRPr>
      </a:lvl4pPr>
      <a:lvl5pPr marL="2926080">
        <a:defRPr>
          <a:latin typeface="+mn-lt"/>
          <a:ea typeface="+mn-ea"/>
          <a:cs typeface="+mn-cs"/>
        </a:defRPr>
      </a:lvl5pPr>
      <a:lvl6pPr marL="3657600">
        <a:defRPr>
          <a:latin typeface="+mn-lt"/>
          <a:ea typeface="+mn-ea"/>
          <a:cs typeface="+mn-cs"/>
        </a:defRPr>
      </a:lvl6pPr>
      <a:lvl7pPr marL="4389120">
        <a:defRPr>
          <a:latin typeface="+mn-lt"/>
          <a:ea typeface="+mn-ea"/>
          <a:cs typeface="+mn-cs"/>
        </a:defRPr>
      </a:lvl7pPr>
      <a:lvl8pPr marL="5120640">
        <a:defRPr>
          <a:latin typeface="+mn-lt"/>
          <a:ea typeface="+mn-ea"/>
          <a:cs typeface="+mn-cs"/>
        </a:defRPr>
      </a:lvl8pPr>
      <a:lvl9pPr marL="585216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31520">
        <a:defRPr>
          <a:latin typeface="+mn-lt"/>
          <a:ea typeface="+mn-ea"/>
          <a:cs typeface="+mn-cs"/>
        </a:defRPr>
      </a:lvl2pPr>
      <a:lvl3pPr marL="1463040">
        <a:defRPr>
          <a:latin typeface="+mn-lt"/>
          <a:ea typeface="+mn-ea"/>
          <a:cs typeface="+mn-cs"/>
        </a:defRPr>
      </a:lvl3pPr>
      <a:lvl4pPr marL="2194560">
        <a:defRPr>
          <a:latin typeface="+mn-lt"/>
          <a:ea typeface="+mn-ea"/>
          <a:cs typeface="+mn-cs"/>
        </a:defRPr>
      </a:lvl4pPr>
      <a:lvl5pPr marL="2926080">
        <a:defRPr>
          <a:latin typeface="+mn-lt"/>
          <a:ea typeface="+mn-ea"/>
          <a:cs typeface="+mn-cs"/>
        </a:defRPr>
      </a:lvl5pPr>
      <a:lvl6pPr marL="3657600">
        <a:defRPr>
          <a:latin typeface="+mn-lt"/>
          <a:ea typeface="+mn-ea"/>
          <a:cs typeface="+mn-cs"/>
        </a:defRPr>
      </a:lvl6pPr>
      <a:lvl7pPr marL="4389120">
        <a:defRPr>
          <a:latin typeface="+mn-lt"/>
          <a:ea typeface="+mn-ea"/>
          <a:cs typeface="+mn-cs"/>
        </a:defRPr>
      </a:lvl7pPr>
      <a:lvl8pPr marL="5120640">
        <a:defRPr>
          <a:latin typeface="+mn-lt"/>
          <a:ea typeface="+mn-ea"/>
          <a:cs typeface="+mn-cs"/>
        </a:defRPr>
      </a:lvl8pPr>
      <a:lvl9pPr marL="585216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2.xml"/><Relationship Id="rId3" Type="http://schemas.openxmlformats.org/officeDocument/2006/relationships/diagramLayout" Target="../diagrams/layout1.xml"/><Relationship Id="rId7" Type="http://schemas.openxmlformats.org/officeDocument/2006/relationships/diagramData" Target="../diagrams/data2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11" Type="http://schemas.microsoft.com/office/2007/relationships/diagramDrawing" Target="../diagrams/drawing2.xml"/><Relationship Id="rId5" Type="http://schemas.openxmlformats.org/officeDocument/2006/relationships/diagramColors" Target="../diagrams/colors1.xml"/><Relationship Id="rId10" Type="http://schemas.openxmlformats.org/officeDocument/2006/relationships/diagramColors" Target="../diagrams/colors2.xml"/><Relationship Id="rId4" Type="http://schemas.openxmlformats.org/officeDocument/2006/relationships/diagramQuickStyle" Target="../diagrams/quickStyle1.xml"/><Relationship Id="rId9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4.xml"/><Relationship Id="rId3" Type="http://schemas.openxmlformats.org/officeDocument/2006/relationships/diagramLayout" Target="../diagrams/layout3.xml"/><Relationship Id="rId7" Type="http://schemas.openxmlformats.org/officeDocument/2006/relationships/diagramData" Target="../diagrams/data4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3.xml"/><Relationship Id="rId11" Type="http://schemas.microsoft.com/office/2007/relationships/diagramDrawing" Target="../diagrams/drawing4.xml"/><Relationship Id="rId5" Type="http://schemas.openxmlformats.org/officeDocument/2006/relationships/diagramColors" Target="../diagrams/colors3.xml"/><Relationship Id="rId10" Type="http://schemas.openxmlformats.org/officeDocument/2006/relationships/diagramColors" Target="../diagrams/colors4.xml"/><Relationship Id="rId4" Type="http://schemas.openxmlformats.org/officeDocument/2006/relationships/diagramQuickStyle" Target="../diagrams/quickStyle3.xml"/><Relationship Id="rId9" Type="http://schemas.openxmlformats.org/officeDocument/2006/relationships/diagramQuickStyle" Target="../diagrams/quickStyle4.xml"/></Relationships>
</file>

<file path=ppt/slides/_rels/slide5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diagramLayout" Target="../diagrams/layout5.xml"/><Relationship Id="rId7" Type="http://schemas.openxmlformats.org/officeDocument/2006/relationships/image" Target="../media/image4.png"/><Relationship Id="rId12" Type="http://schemas.microsoft.com/office/2007/relationships/hdphoto" Target="../media/hdphoto3.wdp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5.xml"/><Relationship Id="rId11" Type="http://schemas.openxmlformats.org/officeDocument/2006/relationships/image" Target="../media/image6.png"/><Relationship Id="rId5" Type="http://schemas.openxmlformats.org/officeDocument/2006/relationships/diagramColors" Target="../diagrams/colors5.xml"/><Relationship Id="rId10" Type="http://schemas.microsoft.com/office/2007/relationships/hdphoto" Target="../media/hdphoto2.wdp"/><Relationship Id="rId4" Type="http://schemas.openxmlformats.org/officeDocument/2006/relationships/diagramQuickStyle" Target="../diagrams/quickStyle5.xml"/><Relationship Id="rId9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Relationship Id="rId6" Type="http://schemas.openxmlformats.org/officeDocument/2006/relationships/diagramColors" Target="../diagrams/colors6.xml"/><Relationship Id="rId5" Type="http://schemas.openxmlformats.org/officeDocument/2006/relationships/diagramQuickStyle" Target="../diagrams/quickStyle6.xml"/><Relationship Id="rId4" Type="http://schemas.openxmlformats.org/officeDocument/2006/relationships/diagramLayout" Target="../diagrams/layout6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diagramLayout" Target="../diagrams/layout7.xml"/><Relationship Id="rId7" Type="http://schemas.openxmlformats.org/officeDocument/2006/relationships/image" Target="../media/image8.png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Relationship Id="rId9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9.xml"/><Relationship Id="rId3" Type="http://schemas.openxmlformats.org/officeDocument/2006/relationships/customXml" Target="../ink/ink1.xml"/><Relationship Id="rId7" Type="http://schemas.openxmlformats.org/officeDocument/2006/relationships/diagramQuickStyle" Target="../diagrams/quickStyle9.xml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Relationship Id="rId6" Type="http://schemas.openxmlformats.org/officeDocument/2006/relationships/diagramLayout" Target="../diagrams/layout9.xml"/><Relationship Id="rId5" Type="http://schemas.openxmlformats.org/officeDocument/2006/relationships/diagramData" Target="../diagrams/data9.xml"/><Relationship Id="rId4" Type="http://schemas.openxmlformats.org/officeDocument/2006/relationships/image" Target="../media/image12.png"/><Relationship Id="rId9" Type="http://schemas.microsoft.com/office/2007/relationships/diagramDrawing" Target="../diagrams/drawing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.xml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1.xml"/><Relationship Id="rId2" Type="http://schemas.openxmlformats.org/officeDocument/2006/relationships/diagramData" Target="../diagrams/data11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1.xml"/><Relationship Id="rId5" Type="http://schemas.openxmlformats.org/officeDocument/2006/relationships/diagramColors" Target="../diagrams/colors11.xml"/><Relationship Id="rId4" Type="http://schemas.openxmlformats.org/officeDocument/2006/relationships/diagramQuickStyle" Target="../diagrams/quickStyle11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diagramLayout" Target="../diagrams/layout12.xml"/><Relationship Id="rId7" Type="http://schemas.openxmlformats.org/officeDocument/2006/relationships/image" Target="../media/image13.png"/><Relationship Id="rId2" Type="http://schemas.openxmlformats.org/officeDocument/2006/relationships/diagramData" Target="../diagrams/data12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2.xml"/><Relationship Id="rId5" Type="http://schemas.openxmlformats.org/officeDocument/2006/relationships/diagramColors" Target="../diagrams/colors12.xml"/><Relationship Id="rId10" Type="http://schemas.openxmlformats.org/officeDocument/2006/relationships/image" Target="../media/image16.png"/><Relationship Id="rId4" Type="http://schemas.openxmlformats.org/officeDocument/2006/relationships/diagramQuickStyle" Target="../diagrams/quickStyle12.xml"/><Relationship Id="rId9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diagramData" Target="../diagrams/data13.xml"/><Relationship Id="rId7" Type="http://schemas.microsoft.com/office/2007/relationships/diagramDrawing" Target="../diagrams/drawing13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6" Type="http://schemas.openxmlformats.org/officeDocument/2006/relationships/diagramColors" Target="../diagrams/colors13.xml"/><Relationship Id="rId11" Type="http://schemas.openxmlformats.org/officeDocument/2006/relationships/image" Target="../media/image20.png"/><Relationship Id="rId5" Type="http://schemas.openxmlformats.org/officeDocument/2006/relationships/diagramQuickStyle" Target="../diagrams/quickStyle13.xml"/><Relationship Id="rId10" Type="http://schemas.openxmlformats.org/officeDocument/2006/relationships/image" Target="../media/image19.png"/><Relationship Id="rId4" Type="http://schemas.openxmlformats.org/officeDocument/2006/relationships/diagramLayout" Target="../diagrams/layout13.xml"/><Relationship Id="rId9" Type="http://schemas.openxmlformats.org/officeDocument/2006/relationships/image" Target="../media/image1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4.xml"/><Relationship Id="rId2" Type="http://schemas.openxmlformats.org/officeDocument/2006/relationships/diagramData" Target="../diagrams/data14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4.xml"/><Relationship Id="rId5" Type="http://schemas.openxmlformats.org/officeDocument/2006/relationships/diagramColors" Target="../diagrams/colors14.xml"/><Relationship Id="rId4" Type="http://schemas.openxmlformats.org/officeDocument/2006/relationships/diagramQuickStyle" Target="../diagrams/quickStyle14.xml"/></Relationships>
</file>

<file path=ppt/slides/_rels/slide15.xml.rels><?xml version="1.0" encoding="UTF-8" standalone="yes"?>
<Relationships xmlns="http://schemas.openxmlformats.org/package/2006/relationships"><Relationship Id="rId8" Type="http://schemas.microsoft.com/office/2007/relationships/hdphoto" Target="../media/hdphoto4.wdp"/><Relationship Id="rId3" Type="http://schemas.openxmlformats.org/officeDocument/2006/relationships/diagramLayout" Target="../diagrams/layout15.xml"/><Relationship Id="rId7" Type="http://schemas.openxmlformats.org/officeDocument/2006/relationships/image" Target="../media/image21.png"/><Relationship Id="rId12" Type="http://schemas.microsoft.com/office/2007/relationships/hdphoto" Target="../media/hdphoto6.wdp"/><Relationship Id="rId2" Type="http://schemas.openxmlformats.org/officeDocument/2006/relationships/diagramData" Target="../diagrams/data15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5.xml"/><Relationship Id="rId11" Type="http://schemas.openxmlformats.org/officeDocument/2006/relationships/image" Target="../media/image23.png"/><Relationship Id="rId5" Type="http://schemas.openxmlformats.org/officeDocument/2006/relationships/diagramColors" Target="../diagrams/colors15.xml"/><Relationship Id="rId10" Type="http://schemas.microsoft.com/office/2007/relationships/hdphoto" Target="../media/hdphoto5.wdp"/><Relationship Id="rId4" Type="http://schemas.openxmlformats.org/officeDocument/2006/relationships/diagramQuickStyle" Target="../diagrams/quickStyle15.xml"/><Relationship Id="rId9" Type="http://schemas.openxmlformats.org/officeDocument/2006/relationships/image" Target="../media/image22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xfrm>
            <a:off x="731520" y="3017522"/>
            <a:ext cx="13289280" cy="1595309"/>
          </a:xfrm>
          <a:prstGeom prst="rect">
            <a:avLst/>
          </a:prstGeom>
        </p:spPr>
        <p:txBody>
          <a:bodyPr vert="horz" wrap="square" lIns="0" tIns="19304" rIns="0" bIns="0" rtlCol="0">
            <a:spAutoFit/>
          </a:bodyPr>
          <a:lstStyle/>
          <a:p>
            <a:pPr marL="20320" algn="ctr">
              <a:spcBef>
                <a:spcPts val="152"/>
              </a:spcBef>
            </a:pPr>
            <a:r>
              <a:rPr lang="en-AU" sz="512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Optimising Asset Management Using One Page Asset Management Plan (AMP)</a:t>
            </a:r>
            <a:endParaRPr lang="en-AU" sz="512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341120" y="5212089"/>
            <a:ext cx="12313920" cy="2437783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20320" marR="8128" indent="2032" algn="ctr">
              <a:lnSpc>
                <a:spcPct val="110000"/>
              </a:lnSpc>
              <a:spcBef>
                <a:spcPts val="160"/>
              </a:spcBef>
            </a:pPr>
            <a:r>
              <a:rPr lang="en-AU" sz="3520" spc="-16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Ajith Kumar Balamurugan &amp; Mohammed Iftekhar Aalam  </a:t>
            </a:r>
          </a:p>
          <a:p>
            <a:pPr marL="20320" marR="8128" indent="2032" algn="ctr">
              <a:lnSpc>
                <a:spcPct val="110000"/>
              </a:lnSpc>
              <a:spcBef>
                <a:spcPts val="160"/>
              </a:spcBef>
            </a:pPr>
            <a:r>
              <a:rPr lang="en-AU" sz="3520" spc="-16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Group - 2025-SP2-207 </a:t>
            </a:r>
          </a:p>
          <a:p>
            <a:pPr marL="20320" marR="8128" indent="2032" algn="ctr">
              <a:lnSpc>
                <a:spcPct val="110000"/>
              </a:lnSpc>
              <a:spcBef>
                <a:spcPts val="160"/>
              </a:spcBef>
            </a:pPr>
            <a:r>
              <a:rPr lang="en-AU" sz="3520" spc="-16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Masters in Data Science </a:t>
            </a:r>
            <a:r>
              <a:rPr lang="en-AU" sz="3520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UniSA</a:t>
            </a:r>
            <a:endParaRPr lang="en-AU" sz="3520" dirty="0">
              <a:solidFill>
                <a:srgbClr val="FFFF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0320" marR="8128" indent="2032" algn="ctr">
              <a:lnSpc>
                <a:spcPct val="110000"/>
              </a:lnSpc>
              <a:spcBef>
                <a:spcPts val="160"/>
              </a:spcBef>
            </a:pPr>
            <a:r>
              <a:rPr lang="en-AU" sz="352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June 17, 2025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56E133-0C42-B549-979A-E40AE22574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442B1C8C-BAD4-0D6C-1E67-330C7DAA3EE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90600" y="160354"/>
            <a:ext cx="13335000" cy="735586"/>
          </a:xfrm>
          <a:prstGeom prst="rect">
            <a:avLst/>
          </a:prstGeom>
        </p:spPr>
        <p:txBody>
          <a:bodyPr vert="horz" wrap="square" lIns="0" tIns="21336" rIns="0" bIns="0" rtlCol="0">
            <a:spAutoFit/>
          </a:bodyPr>
          <a:lstStyle/>
          <a:p>
            <a:pPr marL="2871216" algn="l">
              <a:spcBef>
                <a:spcPts val="168"/>
              </a:spcBef>
            </a:pPr>
            <a:r>
              <a:rPr lang="en-AU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Presentation</a:t>
            </a:r>
            <a:r>
              <a:rPr lang="en-AU" spc="-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pc="-16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Outline</a:t>
            </a:r>
          </a:p>
        </p:txBody>
      </p:sp>
      <p:sp>
        <p:nvSpPr>
          <p:cNvPr id="70" name="Shape 1">
            <a:extLst>
              <a:ext uri="{FF2B5EF4-FFF2-40B4-BE49-F238E27FC236}">
                <a16:creationId xmlns:a16="http://schemas.microsoft.com/office/drawing/2014/main" id="{6A217235-A52C-0CA8-4A39-335971A745EA}"/>
              </a:ext>
            </a:extLst>
          </p:cNvPr>
          <p:cNvSpPr/>
          <p:nvPr/>
        </p:nvSpPr>
        <p:spPr>
          <a:xfrm>
            <a:off x="1245902" y="1229346"/>
            <a:ext cx="530733" cy="530733"/>
          </a:xfrm>
          <a:prstGeom prst="roundRect">
            <a:avLst>
              <a:gd name="adj" fmla="val 6667"/>
            </a:avLst>
          </a:prstGeom>
          <a:solidFill>
            <a:srgbClr val="F2EEEE"/>
          </a:solidFill>
          <a:ln/>
        </p:spPr>
      </p:sp>
      <p:sp>
        <p:nvSpPr>
          <p:cNvPr id="71" name="Text 2">
            <a:extLst>
              <a:ext uri="{FF2B5EF4-FFF2-40B4-BE49-F238E27FC236}">
                <a16:creationId xmlns:a16="http://schemas.microsoft.com/office/drawing/2014/main" id="{EC8E9C56-8D05-DE4B-945C-68295DA3B9D3}"/>
              </a:ext>
            </a:extLst>
          </p:cNvPr>
          <p:cNvSpPr/>
          <p:nvPr/>
        </p:nvSpPr>
        <p:spPr>
          <a:xfrm>
            <a:off x="1334065" y="1349049"/>
            <a:ext cx="371475" cy="4642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2880"/>
              </a:lnSpc>
            </a:pPr>
            <a:r>
              <a:rPr lang="en-US" dirty="0">
                <a:solidFill>
                  <a:srgbClr val="383838"/>
                </a:solidFill>
                <a:latin typeface="Times New Roman" panose="02020603050405020304" pitchFamily="18" charset="0"/>
                <a:ea typeface="PT Serif" pitchFamily="34" charset="-122"/>
                <a:cs typeface="Times New Roman" panose="02020603050405020304" pitchFamily="18" charset="0"/>
              </a:rPr>
              <a:t>1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2" name="Text 3">
            <a:extLst>
              <a:ext uri="{FF2B5EF4-FFF2-40B4-BE49-F238E27FC236}">
                <a16:creationId xmlns:a16="http://schemas.microsoft.com/office/drawing/2014/main" id="{CC3DDAF5-9A66-5238-C1E4-31728AFE69BE}"/>
              </a:ext>
            </a:extLst>
          </p:cNvPr>
          <p:cNvSpPr/>
          <p:nvPr/>
        </p:nvSpPr>
        <p:spPr>
          <a:xfrm>
            <a:off x="2057400" y="1295400"/>
            <a:ext cx="5765864" cy="3869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ts val="3040"/>
              </a:lnSpc>
            </a:pPr>
            <a:r>
              <a:rPr lang="en-US" sz="2400" dirty="0">
                <a:solidFill>
                  <a:srgbClr val="383838"/>
                </a:solidFill>
                <a:latin typeface="Times New Roman" panose="02020603050405020304" pitchFamily="18" charset="0"/>
                <a:ea typeface="PT Serif" pitchFamily="34" charset="-122"/>
                <a:cs typeface="Times New Roman" panose="02020603050405020304" pitchFamily="18" charset="0"/>
              </a:rPr>
              <a:t>Project Background &amp; Problem Statement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3" name="Shape 4">
            <a:extLst>
              <a:ext uri="{FF2B5EF4-FFF2-40B4-BE49-F238E27FC236}">
                <a16:creationId xmlns:a16="http://schemas.microsoft.com/office/drawing/2014/main" id="{961472D1-B18A-4097-172C-52D8D28AC161}"/>
              </a:ext>
            </a:extLst>
          </p:cNvPr>
          <p:cNvSpPr/>
          <p:nvPr/>
        </p:nvSpPr>
        <p:spPr>
          <a:xfrm>
            <a:off x="1245902" y="1918146"/>
            <a:ext cx="530733" cy="530733"/>
          </a:xfrm>
          <a:prstGeom prst="roundRect">
            <a:avLst>
              <a:gd name="adj" fmla="val 6667"/>
            </a:avLst>
          </a:prstGeom>
          <a:solidFill>
            <a:srgbClr val="F2EEEE"/>
          </a:solidFill>
          <a:ln/>
        </p:spPr>
      </p:sp>
      <p:sp>
        <p:nvSpPr>
          <p:cNvPr id="74" name="Text 5">
            <a:extLst>
              <a:ext uri="{FF2B5EF4-FFF2-40B4-BE49-F238E27FC236}">
                <a16:creationId xmlns:a16="http://schemas.microsoft.com/office/drawing/2014/main" id="{315C0055-B442-AB64-1E69-28762E6E05AE}"/>
              </a:ext>
            </a:extLst>
          </p:cNvPr>
          <p:cNvSpPr/>
          <p:nvPr/>
        </p:nvSpPr>
        <p:spPr>
          <a:xfrm>
            <a:off x="1304638" y="2027918"/>
            <a:ext cx="371475" cy="4642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2880"/>
              </a:lnSpc>
            </a:pPr>
            <a:r>
              <a:rPr lang="en-US" dirty="0">
                <a:solidFill>
                  <a:srgbClr val="383838"/>
                </a:solidFill>
                <a:latin typeface="Times New Roman" panose="02020603050405020304" pitchFamily="18" charset="0"/>
                <a:ea typeface="PT Serif" pitchFamily="34" charset="-122"/>
                <a:cs typeface="Times New Roman" panose="02020603050405020304" pitchFamily="18" charset="0"/>
              </a:rPr>
              <a:t>2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5" name="Text 6">
            <a:extLst>
              <a:ext uri="{FF2B5EF4-FFF2-40B4-BE49-F238E27FC236}">
                <a16:creationId xmlns:a16="http://schemas.microsoft.com/office/drawing/2014/main" id="{2A078827-1974-7F73-18E8-251D098B0821}"/>
              </a:ext>
            </a:extLst>
          </p:cNvPr>
          <p:cNvSpPr/>
          <p:nvPr/>
        </p:nvSpPr>
        <p:spPr>
          <a:xfrm>
            <a:off x="2057393" y="1986540"/>
            <a:ext cx="3564064" cy="3869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ts val="3040"/>
              </a:lnSpc>
            </a:pPr>
            <a:r>
              <a:rPr lang="en-US" sz="2400" dirty="0">
                <a:solidFill>
                  <a:srgbClr val="383838"/>
                </a:solidFill>
                <a:latin typeface="Times New Roman" panose="02020603050405020304" pitchFamily="18" charset="0"/>
                <a:ea typeface="PT Serif" pitchFamily="34" charset="-122"/>
                <a:cs typeface="Times New Roman" panose="02020603050405020304" pitchFamily="18" charset="0"/>
              </a:rPr>
              <a:t>Methodology &amp; Approach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6" name="Shape 7">
            <a:extLst>
              <a:ext uri="{FF2B5EF4-FFF2-40B4-BE49-F238E27FC236}">
                <a16:creationId xmlns:a16="http://schemas.microsoft.com/office/drawing/2014/main" id="{66A2655D-F809-B8E3-CA4D-5FDC7FD16F51}"/>
              </a:ext>
            </a:extLst>
          </p:cNvPr>
          <p:cNvSpPr/>
          <p:nvPr/>
        </p:nvSpPr>
        <p:spPr>
          <a:xfrm>
            <a:off x="1251433" y="2639605"/>
            <a:ext cx="530733" cy="530733"/>
          </a:xfrm>
          <a:prstGeom prst="roundRect">
            <a:avLst>
              <a:gd name="adj" fmla="val 6667"/>
            </a:avLst>
          </a:prstGeom>
          <a:solidFill>
            <a:srgbClr val="F2EEEE"/>
          </a:solidFill>
          <a:ln/>
        </p:spPr>
      </p:sp>
      <p:sp>
        <p:nvSpPr>
          <p:cNvPr id="77" name="Text 8">
            <a:extLst>
              <a:ext uri="{FF2B5EF4-FFF2-40B4-BE49-F238E27FC236}">
                <a16:creationId xmlns:a16="http://schemas.microsoft.com/office/drawing/2014/main" id="{1CDAAEC5-B452-4A50-9453-C055274CFBBE}"/>
              </a:ext>
            </a:extLst>
          </p:cNvPr>
          <p:cNvSpPr/>
          <p:nvPr/>
        </p:nvSpPr>
        <p:spPr>
          <a:xfrm>
            <a:off x="1325531" y="2721681"/>
            <a:ext cx="371475" cy="4642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2880"/>
              </a:lnSpc>
            </a:pPr>
            <a:r>
              <a:rPr lang="en-US" dirty="0">
                <a:solidFill>
                  <a:srgbClr val="383838"/>
                </a:solidFill>
                <a:latin typeface="Times New Roman" panose="02020603050405020304" pitchFamily="18" charset="0"/>
                <a:ea typeface="PT Serif" pitchFamily="34" charset="-122"/>
                <a:cs typeface="Times New Roman" panose="02020603050405020304" pitchFamily="18" charset="0"/>
              </a:rPr>
              <a:t>3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8" name="Text 9">
            <a:extLst>
              <a:ext uri="{FF2B5EF4-FFF2-40B4-BE49-F238E27FC236}">
                <a16:creationId xmlns:a16="http://schemas.microsoft.com/office/drawing/2014/main" id="{5A468F45-899F-858E-F8EA-A84C570B4A21}"/>
              </a:ext>
            </a:extLst>
          </p:cNvPr>
          <p:cNvSpPr/>
          <p:nvPr/>
        </p:nvSpPr>
        <p:spPr>
          <a:xfrm>
            <a:off x="2045963" y="2711518"/>
            <a:ext cx="3681222" cy="3869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ts val="3040"/>
              </a:lnSpc>
            </a:pPr>
            <a:r>
              <a:rPr lang="en-US" sz="2400" dirty="0">
                <a:solidFill>
                  <a:srgbClr val="383838"/>
                </a:solidFill>
                <a:latin typeface="Times New Roman" panose="02020603050405020304" pitchFamily="18" charset="0"/>
                <a:ea typeface="PT Serif" pitchFamily="34" charset="-122"/>
                <a:cs typeface="Times New Roman" panose="02020603050405020304" pitchFamily="18" charset="0"/>
              </a:rPr>
              <a:t>Justification of Techniques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9" name="Shape 10">
            <a:extLst>
              <a:ext uri="{FF2B5EF4-FFF2-40B4-BE49-F238E27FC236}">
                <a16:creationId xmlns:a16="http://schemas.microsoft.com/office/drawing/2014/main" id="{E60A7424-2A29-A00D-8827-4B8C9C80ABAA}"/>
              </a:ext>
            </a:extLst>
          </p:cNvPr>
          <p:cNvSpPr/>
          <p:nvPr/>
        </p:nvSpPr>
        <p:spPr>
          <a:xfrm>
            <a:off x="1258038" y="3361063"/>
            <a:ext cx="530733" cy="530733"/>
          </a:xfrm>
          <a:prstGeom prst="roundRect">
            <a:avLst>
              <a:gd name="adj" fmla="val 6667"/>
            </a:avLst>
          </a:prstGeom>
          <a:solidFill>
            <a:srgbClr val="F2EEEE"/>
          </a:solidFill>
          <a:ln/>
        </p:spPr>
      </p:sp>
      <p:sp>
        <p:nvSpPr>
          <p:cNvPr id="80" name="Text 11">
            <a:extLst>
              <a:ext uri="{FF2B5EF4-FFF2-40B4-BE49-F238E27FC236}">
                <a16:creationId xmlns:a16="http://schemas.microsoft.com/office/drawing/2014/main" id="{F0D02D88-29AE-6CE0-D515-0E15B721CA8E}"/>
              </a:ext>
            </a:extLst>
          </p:cNvPr>
          <p:cNvSpPr/>
          <p:nvPr/>
        </p:nvSpPr>
        <p:spPr>
          <a:xfrm>
            <a:off x="1337667" y="3467990"/>
            <a:ext cx="371475" cy="4642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2880"/>
              </a:lnSpc>
            </a:pPr>
            <a:r>
              <a:rPr lang="en-US" dirty="0">
                <a:solidFill>
                  <a:srgbClr val="383838"/>
                </a:solidFill>
                <a:latin typeface="Times New Roman" panose="02020603050405020304" pitchFamily="18" charset="0"/>
                <a:ea typeface="PT Serif" pitchFamily="34" charset="-122"/>
                <a:cs typeface="Times New Roman" panose="02020603050405020304" pitchFamily="18" charset="0"/>
              </a:rPr>
              <a:t>4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1" name="Text 12">
            <a:extLst>
              <a:ext uri="{FF2B5EF4-FFF2-40B4-BE49-F238E27FC236}">
                <a16:creationId xmlns:a16="http://schemas.microsoft.com/office/drawing/2014/main" id="{4D3D167E-1D25-1506-EE62-F6ADA4E23CC4}"/>
              </a:ext>
            </a:extLst>
          </p:cNvPr>
          <p:cNvSpPr/>
          <p:nvPr/>
        </p:nvSpPr>
        <p:spPr>
          <a:xfrm>
            <a:off x="2021958" y="3444947"/>
            <a:ext cx="4834890" cy="3869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ts val="3040"/>
              </a:lnSpc>
            </a:pPr>
            <a:r>
              <a:rPr lang="en-US" sz="2400" dirty="0">
                <a:solidFill>
                  <a:srgbClr val="383838"/>
                </a:solidFill>
                <a:latin typeface="Times New Roman" panose="02020603050405020304" pitchFamily="18" charset="0"/>
                <a:ea typeface="PT Serif" pitchFamily="34" charset="-122"/>
                <a:cs typeface="Times New Roman" panose="02020603050405020304" pitchFamily="18" charset="0"/>
              </a:rPr>
              <a:t>Architecture Consistency &amp; Design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2" name="Shape 13">
            <a:extLst>
              <a:ext uri="{FF2B5EF4-FFF2-40B4-BE49-F238E27FC236}">
                <a16:creationId xmlns:a16="http://schemas.microsoft.com/office/drawing/2014/main" id="{626AD19F-D2F5-B199-CA56-CBF1F5A2E95A}"/>
              </a:ext>
            </a:extLst>
          </p:cNvPr>
          <p:cNvSpPr/>
          <p:nvPr/>
        </p:nvSpPr>
        <p:spPr>
          <a:xfrm>
            <a:off x="1245902" y="4029637"/>
            <a:ext cx="530733" cy="530733"/>
          </a:xfrm>
          <a:prstGeom prst="roundRect">
            <a:avLst>
              <a:gd name="adj" fmla="val 6667"/>
            </a:avLst>
          </a:prstGeom>
          <a:solidFill>
            <a:srgbClr val="F2EEEE"/>
          </a:solidFill>
          <a:ln/>
        </p:spPr>
      </p:sp>
      <p:sp>
        <p:nvSpPr>
          <p:cNvPr id="83" name="Text 14">
            <a:extLst>
              <a:ext uri="{FF2B5EF4-FFF2-40B4-BE49-F238E27FC236}">
                <a16:creationId xmlns:a16="http://schemas.microsoft.com/office/drawing/2014/main" id="{D3CDBDBD-EAF9-F6CC-F763-5FF348DA780D}"/>
              </a:ext>
            </a:extLst>
          </p:cNvPr>
          <p:cNvSpPr/>
          <p:nvPr/>
        </p:nvSpPr>
        <p:spPr>
          <a:xfrm>
            <a:off x="1337667" y="4099409"/>
            <a:ext cx="371475" cy="4642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2880"/>
              </a:lnSpc>
            </a:pPr>
            <a:r>
              <a:rPr lang="en-US" dirty="0">
                <a:solidFill>
                  <a:srgbClr val="383838"/>
                </a:solidFill>
                <a:latin typeface="Times New Roman" panose="02020603050405020304" pitchFamily="18" charset="0"/>
                <a:ea typeface="PT Serif" pitchFamily="34" charset="-122"/>
                <a:cs typeface="Times New Roman" panose="02020603050405020304" pitchFamily="18" charset="0"/>
              </a:rPr>
              <a:t>5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4" name="Text 15">
            <a:extLst>
              <a:ext uri="{FF2B5EF4-FFF2-40B4-BE49-F238E27FC236}">
                <a16:creationId xmlns:a16="http://schemas.microsoft.com/office/drawing/2014/main" id="{752FC485-4966-AC1D-6E86-F398CCD16C52}"/>
              </a:ext>
            </a:extLst>
          </p:cNvPr>
          <p:cNvSpPr/>
          <p:nvPr/>
        </p:nvSpPr>
        <p:spPr>
          <a:xfrm>
            <a:off x="2021958" y="4107350"/>
            <a:ext cx="5579555" cy="3869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ts val="3040"/>
              </a:lnSpc>
            </a:pPr>
            <a:r>
              <a:rPr lang="en-US" sz="2400" dirty="0">
                <a:solidFill>
                  <a:srgbClr val="383838"/>
                </a:solidFill>
                <a:latin typeface="Times New Roman" panose="02020603050405020304" pitchFamily="18" charset="0"/>
                <a:ea typeface="PT Serif" pitchFamily="34" charset="-122"/>
                <a:cs typeface="Times New Roman" panose="02020603050405020304" pitchFamily="18" charset="0"/>
              </a:rPr>
              <a:t>Visual Walkthrough (Sample Dashboard)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5" name="Shape 16">
            <a:extLst>
              <a:ext uri="{FF2B5EF4-FFF2-40B4-BE49-F238E27FC236}">
                <a16:creationId xmlns:a16="http://schemas.microsoft.com/office/drawing/2014/main" id="{E53B1E24-F7EC-7267-4162-834A872EA03E}"/>
              </a:ext>
            </a:extLst>
          </p:cNvPr>
          <p:cNvSpPr/>
          <p:nvPr/>
        </p:nvSpPr>
        <p:spPr>
          <a:xfrm>
            <a:off x="1245902" y="4713925"/>
            <a:ext cx="530733" cy="530733"/>
          </a:xfrm>
          <a:prstGeom prst="roundRect">
            <a:avLst>
              <a:gd name="adj" fmla="val 6667"/>
            </a:avLst>
          </a:prstGeom>
          <a:solidFill>
            <a:srgbClr val="F2EEEE"/>
          </a:solidFill>
          <a:ln/>
        </p:spPr>
      </p:sp>
      <p:sp>
        <p:nvSpPr>
          <p:cNvPr id="86" name="Text 17">
            <a:extLst>
              <a:ext uri="{FF2B5EF4-FFF2-40B4-BE49-F238E27FC236}">
                <a16:creationId xmlns:a16="http://schemas.microsoft.com/office/drawing/2014/main" id="{11FA2C61-C3E3-A1DC-8FCA-7385CD2FF71A}"/>
              </a:ext>
            </a:extLst>
          </p:cNvPr>
          <p:cNvSpPr/>
          <p:nvPr/>
        </p:nvSpPr>
        <p:spPr>
          <a:xfrm>
            <a:off x="1319371" y="4801238"/>
            <a:ext cx="371475" cy="4642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2880"/>
              </a:lnSpc>
            </a:pPr>
            <a:r>
              <a:rPr lang="en-US" dirty="0">
                <a:solidFill>
                  <a:srgbClr val="383838"/>
                </a:solidFill>
                <a:latin typeface="Times New Roman" panose="02020603050405020304" pitchFamily="18" charset="0"/>
                <a:ea typeface="PT Serif" pitchFamily="34" charset="-122"/>
                <a:cs typeface="Times New Roman" panose="02020603050405020304" pitchFamily="18" charset="0"/>
              </a:rPr>
              <a:t>6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7" name="Text 18">
            <a:extLst>
              <a:ext uri="{FF2B5EF4-FFF2-40B4-BE49-F238E27FC236}">
                <a16:creationId xmlns:a16="http://schemas.microsoft.com/office/drawing/2014/main" id="{9A9B0BFF-12BB-9943-2EA8-48ED3CFBBE0B}"/>
              </a:ext>
            </a:extLst>
          </p:cNvPr>
          <p:cNvSpPr/>
          <p:nvPr/>
        </p:nvSpPr>
        <p:spPr>
          <a:xfrm>
            <a:off x="2021958" y="5472497"/>
            <a:ext cx="3500629" cy="3869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ts val="3040"/>
              </a:lnSpc>
            </a:pPr>
            <a:r>
              <a:rPr lang="en-US" sz="2400" dirty="0">
                <a:solidFill>
                  <a:srgbClr val="383838"/>
                </a:solidFill>
                <a:latin typeface="Times New Roman" panose="02020603050405020304" pitchFamily="18" charset="0"/>
                <a:ea typeface="PT Serif" pitchFamily="34" charset="-122"/>
                <a:cs typeface="Times New Roman" panose="02020603050405020304" pitchFamily="18" charset="0"/>
              </a:rPr>
              <a:t>Value Delivered to Secora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8" name="Shape 19">
            <a:extLst>
              <a:ext uri="{FF2B5EF4-FFF2-40B4-BE49-F238E27FC236}">
                <a16:creationId xmlns:a16="http://schemas.microsoft.com/office/drawing/2014/main" id="{C8F769C7-D0A3-435E-AB86-9E60C27E4BEA}"/>
              </a:ext>
            </a:extLst>
          </p:cNvPr>
          <p:cNvSpPr/>
          <p:nvPr/>
        </p:nvSpPr>
        <p:spPr>
          <a:xfrm>
            <a:off x="1239742" y="5399837"/>
            <a:ext cx="530733" cy="530733"/>
          </a:xfrm>
          <a:prstGeom prst="roundRect">
            <a:avLst>
              <a:gd name="adj" fmla="val 6667"/>
            </a:avLst>
          </a:prstGeom>
          <a:solidFill>
            <a:srgbClr val="F2EEEE"/>
          </a:solidFill>
          <a:ln/>
        </p:spPr>
      </p:sp>
      <p:sp>
        <p:nvSpPr>
          <p:cNvPr id="89" name="Text 20">
            <a:extLst>
              <a:ext uri="{FF2B5EF4-FFF2-40B4-BE49-F238E27FC236}">
                <a16:creationId xmlns:a16="http://schemas.microsoft.com/office/drawing/2014/main" id="{335DA937-472D-C2BB-E454-3512E4F48FB1}"/>
              </a:ext>
            </a:extLst>
          </p:cNvPr>
          <p:cNvSpPr/>
          <p:nvPr/>
        </p:nvSpPr>
        <p:spPr>
          <a:xfrm>
            <a:off x="1334065" y="5539925"/>
            <a:ext cx="371475" cy="4642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2880"/>
              </a:lnSpc>
            </a:pPr>
            <a:r>
              <a:rPr lang="en-US" dirty="0">
                <a:solidFill>
                  <a:srgbClr val="383838"/>
                </a:solidFill>
                <a:latin typeface="Times New Roman" panose="02020603050405020304" pitchFamily="18" charset="0"/>
                <a:ea typeface="PT Serif" pitchFamily="34" charset="-122"/>
                <a:cs typeface="Times New Roman" panose="02020603050405020304" pitchFamily="18" charset="0"/>
              </a:rPr>
              <a:t>7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0" name="Text 21">
            <a:extLst>
              <a:ext uri="{FF2B5EF4-FFF2-40B4-BE49-F238E27FC236}">
                <a16:creationId xmlns:a16="http://schemas.microsoft.com/office/drawing/2014/main" id="{6DD49BA2-20C6-DCAD-873E-A77378BE265C}"/>
              </a:ext>
            </a:extLst>
          </p:cNvPr>
          <p:cNvSpPr/>
          <p:nvPr/>
        </p:nvSpPr>
        <p:spPr>
          <a:xfrm>
            <a:off x="2017409" y="4801238"/>
            <a:ext cx="4006787" cy="3869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ts val="3040"/>
              </a:lnSpc>
            </a:pPr>
            <a:r>
              <a:rPr lang="en-US" sz="2400" dirty="0">
                <a:solidFill>
                  <a:srgbClr val="383838"/>
                </a:solidFill>
                <a:latin typeface="Times New Roman" panose="02020603050405020304" pitchFamily="18" charset="0"/>
                <a:ea typeface="PT Serif" pitchFamily="34" charset="-122"/>
                <a:cs typeface="Times New Roman" panose="02020603050405020304" pitchFamily="18" charset="0"/>
              </a:rPr>
              <a:t>Validation &amp; Demo Feedback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1" name="Shape 22">
            <a:extLst>
              <a:ext uri="{FF2B5EF4-FFF2-40B4-BE49-F238E27FC236}">
                <a16:creationId xmlns:a16="http://schemas.microsoft.com/office/drawing/2014/main" id="{9FF74E6E-E522-720C-51AF-2680F765B8CF}"/>
              </a:ext>
            </a:extLst>
          </p:cNvPr>
          <p:cNvSpPr/>
          <p:nvPr/>
        </p:nvSpPr>
        <p:spPr>
          <a:xfrm>
            <a:off x="1263569" y="6066906"/>
            <a:ext cx="530733" cy="530733"/>
          </a:xfrm>
          <a:prstGeom prst="roundRect">
            <a:avLst>
              <a:gd name="adj" fmla="val 6667"/>
            </a:avLst>
          </a:prstGeom>
          <a:solidFill>
            <a:srgbClr val="F2EEEE"/>
          </a:solidFill>
          <a:ln/>
        </p:spPr>
      </p:sp>
      <p:sp>
        <p:nvSpPr>
          <p:cNvPr id="92" name="Text 23">
            <a:extLst>
              <a:ext uri="{FF2B5EF4-FFF2-40B4-BE49-F238E27FC236}">
                <a16:creationId xmlns:a16="http://schemas.microsoft.com/office/drawing/2014/main" id="{C1BEA817-1AED-C3C7-B5D8-752A8FCE8D80}"/>
              </a:ext>
            </a:extLst>
          </p:cNvPr>
          <p:cNvSpPr/>
          <p:nvPr/>
        </p:nvSpPr>
        <p:spPr>
          <a:xfrm>
            <a:off x="1343198" y="6144249"/>
            <a:ext cx="371475" cy="4642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2880"/>
              </a:lnSpc>
            </a:pPr>
            <a:r>
              <a:rPr lang="en-US" dirty="0">
                <a:solidFill>
                  <a:srgbClr val="383838"/>
                </a:solidFill>
                <a:latin typeface="Times New Roman" panose="02020603050405020304" pitchFamily="18" charset="0"/>
                <a:ea typeface="PT Serif" pitchFamily="34" charset="-122"/>
                <a:cs typeface="Times New Roman" panose="02020603050405020304" pitchFamily="18" charset="0"/>
              </a:rPr>
              <a:t>8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3" name="Text 24">
            <a:extLst>
              <a:ext uri="{FF2B5EF4-FFF2-40B4-BE49-F238E27FC236}">
                <a16:creationId xmlns:a16="http://schemas.microsoft.com/office/drawing/2014/main" id="{431931DC-90ED-3F92-87DD-ED299269EC5A}"/>
              </a:ext>
            </a:extLst>
          </p:cNvPr>
          <p:cNvSpPr/>
          <p:nvPr/>
        </p:nvSpPr>
        <p:spPr>
          <a:xfrm>
            <a:off x="2017409" y="6839680"/>
            <a:ext cx="3096197" cy="3869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ts val="3040"/>
              </a:lnSpc>
            </a:pPr>
            <a:r>
              <a:rPr lang="en-US" sz="2400" dirty="0">
                <a:solidFill>
                  <a:srgbClr val="383838"/>
                </a:solidFill>
                <a:latin typeface="Times New Roman" panose="02020603050405020304" pitchFamily="18" charset="0"/>
                <a:ea typeface="PT Serif" pitchFamily="34" charset="-122"/>
                <a:cs typeface="Times New Roman" panose="02020603050405020304" pitchFamily="18" charset="0"/>
              </a:rPr>
              <a:t>Reflection &amp; Learning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4" name="Shape 25">
            <a:extLst>
              <a:ext uri="{FF2B5EF4-FFF2-40B4-BE49-F238E27FC236}">
                <a16:creationId xmlns:a16="http://schemas.microsoft.com/office/drawing/2014/main" id="{B36FBCA6-D0ED-0AF7-8051-933CEB5A98CD}"/>
              </a:ext>
            </a:extLst>
          </p:cNvPr>
          <p:cNvSpPr/>
          <p:nvPr/>
        </p:nvSpPr>
        <p:spPr>
          <a:xfrm>
            <a:off x="1239742" y="6767767"/>
            <a:ext cx="530733" cy="530733"/>
          </a:xfrm>
          <a:prstGeom prst="roundRect">
            <a:avLst>
              <a:gd name="adj" fmla="val 6667"/>
            </a:avLst>
          </a:prstGeom>
          <a:solidFill>
            <a:srgbClr val="F2EEEE"/>
          </a:solidFill>
          <a:ln/>
        </p:spPr>
      </p:sp>
      <p:sp>
        <p:nvSpPr>
          <p:cNvPr id="95" name="Text 26">
            <a:extLst>
              <a:ext uri="{FF2B5EF4-FFF2-40B4-BE49-F238E27FC236}">
                <a16:creationId xmlns:a16="http://schemas.microsoft.com/office/drawing/2014/main" id="{41D0269E-A222-9D7E-196C-FC8D09FBBCDC}"/>
              </a:ext>
            </a:extLst>
          </p:cNvPr>
          <p:cNvSpPr/>
          <p:nvPr/>
        </p:nvSpPr>
        <p:spPr>
          <a:xfrm>
            <a:off x="1331062" y="6883198"/>
            <a:ext cx="371475" cy="4642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2880"/>
              </a:lnSpc>
            </a:pPr>
            <a:r>
              <a:rPr lang="en-US" dirty="0">
                <a:solidFill>
                  <a:srgbClr val="383838"/>
                </a:solidFill>
                <a:latin typeface="Times New Roman" panose="02020603050405020304" pitchFamily="18" charset="0"/>
                <a:ea typeface="PT Serif" pitchFamily="34" charset="-122"/>
                <a:cs typeface="Times New Roman" panose="02020603050405020304" pitchFamily="18" charset="0"/>
              </a:rPr>
              <a:t>9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6" name="Text 27">
            <a:extLst>
              <a:ext uri="{FF2B5EF4-FFF2-40B4-BE49-F238E27FC236}">
                <a16:creationId xmlns:a16="http://schemas.microsoft.com/office/drawing/2014/main" id="{70E39137-7066-BBCF-4EF6-064F186FE50A}"/>
              </a:ext>
            </a:extLst>
          </p:cNvPr>
          <p:cNvSpPr/>
          <p:nvPr/>
        </p:nvSpPr>
        <p:spPr>
          <a:xfrm>
            <a:off x="2045963" y="6138819"/>
            <a:ext cx="3553587" cy="3869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ts val="3040"/>
              </a:lnSpc>
            </a:pPr>
            <a:r>
              <a:rPr lang="en-US" sz="2400" dirty="0">
                <a:solidFill>
                  <a:srgbClr val="383838"/>
                </a:solidFill>
                <a:latin typeface="Times New Roman" panose="02020603050405020304" pitchFamily="18" charset="0"/>
                <a:ea typeface="PT Serif" pitchFamily="34" charset="-122"/>
                <a:cs typeface="Times New Roman" panose="02020603050405020304" pitchFamily="18" charset="0"/>
              </a:rPr>
              <a:t>Challenges &amp; Resolutions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109012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7451B1-AB69-0B26-F683-582C80FDA7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E5718C-FCCE-A04E-8C0D-FB3451EC38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0256" y="474269"/>
            <a:ext cx="11870944" cy="714042"/>
          </a:xfrm>
        </p:spPr>
        <p:txBody>
          <a:bodyPr/>
          <a:lstStyle/>
          <a:p>
            <a:r>
              <a:rPr lang="en-AU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Background &amp; Problem Statement</a:t>
            </a:r>
            <a:endParaRPr lang="en-AU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2" name="Diagram 31">
            <a:extLst>
              <a:ext uri="{FF2B5EF4-FFF2-40B4-BE49-F238E27FC236}">
                <a16:creationId xmlns:a16="http://schemas.microsoft.com/office/drawing/2014/main" id="{A171E618-9248-EBCA-CB2B-752EB816AAF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78942603"/>
              </p:ext>
            </p:extLst>
          </p:nvPr>
        </p:nvGraphicFramePr>
        <p:xfrm>
          <a:off x="11332978" y="6538029"/>
          <a:ext cx="2429384" cy="51771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C6CEABA7-23D2-494C-4A70-6819601184D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09046552"/>
              </p:ext>
            </p:extLst>
          </p:nvPr>
        </p:nvGraphicFramePr>
        <p:xfrm>
          <a:off x="868045" y="6431280"/>
          <a:ext cx="13274675" cy="10972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sp>
        <p:nvSpPr>
          <p:cNvPr id="10" name="Text 1">
            <a:extLst>
              <a:ext uri="{FF2B5EF4-FFF2-40B4-BE49-F238E27FC236}">
                <a16:creationId xmlns:a16="http://schemas.microsoft.com/office/drawing/2014/main" id="{58CDFB60-EF31-BCE4-F63F-A21EEE170B32}"/>
              </a:ext>
            </a:extLst>
          </p:cNvPr>
          <p:cNvSpPr/>
          <p:nvPr/>
        </p:nvSpPr>
        <p:spPr>
          <a:xfrm>
            <a:off x="121927" y="1545962"/>
            <a:ext cx="4763262" cy="595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ts val="4640"/>
              </a:lnSpc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2">
            <a:extLst>
              <a:ext uri="{FF2B5EF4-FFF2-40B4-BE49-F238E27FC236}">
                <a16:creationId xmlns:a16="http://schemas.microsoft.com/office/drawing/2014/main" id="{350873FF-E059-9DF5-0886-25A4397FBF7D}"/>
              </a:ext>
            </a:extLst>
          </p:cNvPr>
          <p:cNvSpPr/>
          <p:nvPr/>
        </p:nvSpPr>
        <p:spPr>
          <a:xfrm>
            <a:off x="121920" y="2504183"/>
            <a:ext cx="5242560" cy="29517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4560"/>
              </a:lnSpc>
              <a:buSzPct val="100000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6">
            <a:extLst>
              <a:ext uri="{FF2B5EF4-FFF2-40B4-BE49-F238E27FC236}">
                <a16:creationId xmlns:a16="http://schemas.microsoft.com/office/drawing/2014/main" id="{E032D8CF-4BD0-D024-706D-AA5DE9F129AB}"/>
              </a:ext>
            </a:extLst>
          </p:cNvPr>
          <p:cNvSpPr/>
          <p:nvPr/>
        </p:nvSpPr>
        <p:spPr>
          <a:xfrm>
            <a:off x="14647163" y="1545962"/>
            <a:ext cx="4763262" cy="595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ts val="4640"/>
              </a:lnSpc>
            </a:pPr>
            <a:endParaRPr lang="en-US" sz="368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7">
            <a:extLst>
              <a:ext uri="{FF2B5EF4-FFF2-40B4-BE49-F238E27FC236}">
                <a16:creationId xmlns:a16="http://schemas.microsoft.com/office/drawing/2014/main" id="{25BA0270-02A4-D112-EA3C-0823CE8AA6D0}"/>
              </a:ext>
            </a:extLst>
          </p:cNvPr>
          <p:cNvSpPr/>
          <p:nvPr/>
        </p:nvSpPr>
        <p:spPr>
          <a:xfrm>
            <a:off x="14647163" y="2504178"/>
            <a:ext cx="6364986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4560"/>
              </a:lnSpc>
              <a:buSzPct val="100000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8">
            <a:extLst>
              <a:ext uri="{FF2B5EF4-FFF2-40B4-BE49-F238E27FC236}">
                <a16:creationId xmlns:a16="http://schemas.microsoft.com/office/drawing/2014/main" id="{09ADD39D-59BB-AE60-18F4-92E3927831E4}"/>
              </a:ext>
            </a:extLst>
          </p:cNvPr>
          <p:cNvSpPr/>
          <p:nvPr/>
        </p:nvSpPr>
        <p:spPr>
          <a:xfrm>
            <a:off x="14647163" y="3792338"/>
            <a:ext cx="6364986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4560"/>
              </a:lnSpc>
              <a:buSzPct val="100000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1">
            <a:extLst>
              <a:ext uri="{FF2B5EF4-FFF2-40B4-BE49-F238E27FC236}">
                <a16:creationId xmlns:a16="http://schemas.microsoft.com/office/drawing/2014/main" id="{27E29278-E830-CC89-7F93-282DC5BE11D4}"/>
              </a:ext>
            </a:extLst>
          </p:cNvPr>
          <p:cNvSpPr/>
          <p:nvPr/>
        </p:nvSpPr>
        <p:spPr>
          <a:xfrm>
            <a:off x="1102739" y="2484752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400" b="1" dirty="0">
                <a:solidFill>
                  <a:srgbClr val="020202"/>
                </a:solidFill>
                <a:latin typeface="Times New Roman" panose="02020603050405020304" pitchFamily="18" charset="0"/>
                <a:ea typeface="PT Serif" pitchFamily="34" charset="-122"/>
                <a:cs typeface="Times New Roman" panose="02020603050405020304" pitchFamily="18" charset="0"/>
              </a:rPr>
              <a:t>Background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 2">
            <a:extLst>
              <a:ext uri="{FF2B5EF4-FFF2-40B4-BE49-F238E27FC236}">
                <a16:creationId xmlns:a16="http://schemas.microsoft.com/office/drawing/2014/main" id="{CC3ECDB7-CE33-876A-285E-24299B7606DD}"/>
              </a:ext>
            </a:extLst>
          </p:cNvPr>
          <p:cNvSpPr/>
          <p:nvPr/>
        </p:nvSpPr>
        <p:spPr>
          <a:xfrm>
            <a:off x="1102739" y="3083637"/>
            <a:ext cx="3978116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 algn="l">
              <a:lnSpc>
                <a:spcPts val="285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383838"/>
                </a:solidFill>
                <a:latin typeface="Times New Roman" panose="02020603050405020304" pitchFamily="18" charset="0"/>
                <a:ea typeface="DM Sans" pitchFamily="34" charset="-122"/>
                <a:cs typeface="Times New Roman" panose="02020603050405020304" pitchFamily="18" charset="0"/>
              </a:rPr>
              <a:t>Secora uses the </a:t>
            </a:r>
            <a:r>
              <a:rPr lang="en-US" sz="2000" b="1" dirty="0">
                <a:solidFill>
                  <a:srgbClr val="383838"/>
                </a:solidFill>
                <a:latin typeface="Times New Roman" panose="02020603050405020304" pitchFamily="18" charset="0"/>
                <a:ea typeface="DM Sans" pitchFamily="34" charset="-122"/>
                <a:cs typeface="Times New Roman" panose="02020603050405020304" pitchFamily="18" charset="0"/>
              </a:rPr>
              <a:t>Lifecycle Management Metric (LMM)</a:t>
            </a:r>
            <a:r>
              <a:rPr lang="en-US" sz="2000" dirty="0">
                <a:solidFill>
                  <a:srgbClr val="383838"/>
                </a:solidFill>
                <a:latin typeface="Times New Roman" panose="02020603050405020304" pitchFamily="18" charset="0"/>
                <a:ea typeface="DM Sans" pitchFamily="34" charset="-122"/>
                <a:cs typeface="Times New Roman" panose="02020603050405020304" pitchFamily="18" charset="0"/>
              </a:rPr>
              <a:t> dashboard to monitor assets health.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 3">
            <a:extLst>
              <a:ext uri="{FF2B5EF4-FFF2-40B4-BE49-F238E27FC236}">
                <a16:creationId xmlns:a16="http://schemas.microsoft.com/office/drawing/2014/main" id="{30D02FE4-3CED-486A-06EF-9798BB7C2DEF}"/>
              </a:ext>
            </a:extLst>
          </p:cNvPr>
          <p:cNvSpPr/>
          <p:nvPr/>
        </p:nvSpPr>
        <p:spPr>
          <a:xfrm>
            <a:off x="5641877" y="2484752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400" b="1" dirty="0">
                <a:solidFill>
                  <a:srgbClr val="020202"/>
                </a:solidFill>
                <a:latin typeface="Times New Roman" panose="02020603050405020304" pitchFamily="18" charset="0"/>
                <a:ea typeface="PT Serif" pitchFamily="34" charset="-122"/>
                <a:cs typeface="Times New Roman" panose="02020603050405020304" pitchFamily="18" charset="0"/>
              </a:rPr>
              <a:t>Problem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 4">
            <a:extLst>
              <a:ext uri="{FF2B5EF4-FFF2-40B4-BE49-F238E27FC236}">
                <a16:creationId xmlns:a16="http://schemas.microsoft.com/office/drawing/2014/main" id="{8EBE1F20-6810-4E96-FAB2-E64E79436257}"/>
              </a:ext>
            </a:extLst>
          </p:cNvPr>
          <p:cNvSpPr/>
          <p:nvPr/>
        </p:nvSpPr>
        <p:spPr>
          <a:xfrm>
            <a:off x="5641877" y="3083637"/>
            <a:ext cx="397811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2000" dirty="0">
                <a:solidFill>
                  <a:srgbClr val="383838"/>
                </a:solidFill>
                <a:latin typeface="Times New Roman" panose="02020603050405020304" pitchFamily="18" charset="0"/>
                <a:ea typeface="DM Sans" pitchFamily="34" charset="-122"/>
                <a:cs typeface="Times New Roman" panose="02020603050405020304" pitchFamily="18" charset="0"/>
              </a:rPr>
              <a:t>LMM gives only portfolio-level insights.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 5">
            <a:extLst>
              <a:ext uri="{FF2B5EF4-FFF2-40B4-BE49-F238E27FC236}">
                <a16:creationId xmlns:a16="http://schemas.microsoft.com/office/drawing/2014/main" id="{41675253-2159-024D-288C-93A443EF951E}"/>
              </a:ext>
            </a:extLst>
          </p:cNvPr>
          <p:cNvSpPr/>
          <p:nvPr/>
        </p:nvSpPr>
        <p:spPr>
          <a:xfrm>
            <a:off x="5641877" y="3888737"/>
            <a:ext cx="397811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2000" dirty="0">
                <a:solidFill>
                  <a:srgbClr val="383838"/>
                </a:solidFill>
                <a:latin typeface="Times New Roman" panose="02020603050405020304" pitchFamily="18" charset="0"/>
                <a:ea typeface="DM Sans" pitchFamily="34" charset="-122"/>
                <a:cs typeface="Times New Roman" panose="02020603050405020304" pitchFamily="18" charset="0"/>
              </a:rPr>
              <a:t>No drill-down into individual asset performance.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 6">
            <a:extLst>
              <a:ext uri="{FF2B5EF4-FFF2-40B4-BE49-F238E27FC236}">
                <a16:creationId xmlns:a16="http://schemas.microsoft.com/office/drawing/2014/main" id="{F96E69E5-E657-E387-3E76-0384BACBA02D}"/>
              </a:ext>
            </a:extLst>
          </p:cNvPr>
          <p:cNvSpPr/>
          <p:nvPr/>
        </p:nvSpPr>
        <p:spPr>
          <a:xfrm>
            <a:off x="10181016" y="2484752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400" b="1" dirty="0">
                <a:solidFill>
                  <a:srgbClr val="020202"/>
                </a:solidFill>
                <a:latin typeface="Times New Roman" panose="02020603050405020304" pitchFamily="18" charset="0"/>
                <a:ea typeface="PT Serif" pitchFamily="34" charset="-122"/>
                <a:cs typeface="Times New Roman" panose="02020603050405020304" pitchFamily="18" charset="0"/>
              </a:rPr>
              <a:t>Why It Matters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Text 7">
            <a:extLst>
              <a:ext uri="{FF2B5EF4-FFF2-40B4-BE49-F238E27FC236}">
                <a16:creationId xmlns:a16="http://schemas.microsoft.com/office/drawing/2014/main" id="{657E0A34-63C4-45E6-D360-628B79F540BA}"/>
              </a:ext>
            </a:extLst>
          </p:cNvPr>
          <p:cNvSpPr/>
          <p:nvPr/>
        </p:nvSpPr>
        <p:spPr>
          <a:xfrm>
            <a:off x="10181016" y="3083637"/>
            <a:ext cx="397811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2000" dirty="0">
                <a:solidFill>
                  <a:srgbClr val="383838"/>
                </a:solidFill>
                <a:latin typeface="Times New Roman" panose="02020603050405020304" pitchFamily="18" charset="0"/>
                <a:ea typeface="DM Sans" pitchFamily="34" charset="-122"/>
                <a:cs typeface="Times New Roman" panose="02020603050405020304" pitchFamily="18" charset="0"/>
              </a:rPr>
              <a:t>Asset-level view needed for accurate decisions.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Text 8">
            <a:extLst>
              <a:ext uri="{FF2B5EF4-FFF2-40B4-BE49-F238E27FC236}">
                <a16:creationId xmlns:a16="http://schemas.microsoft.com/office/drawing/2014/main" id="{482E13AD-3175-9056-042C-B033B2456BC8}"/>
              </a:ext>
            </a:extLst>
          </p:cNvPr>
          <p:cNvSpPr/>
          <p:nvPr/>
        </p:nvSpPr>
        <p:spPr>
          <a:xfrm>
            <a:off x="10181016" y="3888737"/>
            <a:ext cx="397811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2000" dirty="0">
                <a:solidFill>
                  <a:srgbClr val="383838"/>
                </a:solidFill>
                <a:latin typeface="Times New Roman" panose="02020603050405020304" pitchFamily="18" charset="0"/>
                <a:ea typeface="DM Sans" pitchFamily="34" charset="-122"/>
                <a:cs typeface="Times New Roman" panose="02020603050405020304" pitchFamily="18" charset="0"/>
              </a:rPr>
              <a:t>Faster, clearer, risk-based planning.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056195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634977-7864-F3CD-D820-850A8589EC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77850-339C-B98A-020B-60EF831DD2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0256" y="474269"/>
            <a:ext cx="12236704" cy="714042"/>
          </a:xfrm>
        </p:spPr>
        <p:txBody>
          <a:bodyPr/>
          <a:lstStyle/>
          <a:p>
            <a:r>
              <a:rPr lang="en-AU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Background &amp; Problem Statement</a:t>
            </a:r>
            <a:endParaRPr lang="en-AU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80" name="Diagram 79">
            <a:extLst>
              <a:ext uri="{FF2B5EF4-FFF2-40B4-BE49-F238E27FC236}">
                <a16:creationId xmlns:a16="http://schemas.microsoft.com/office/drawing/2014/main" id="{1A519919-5E6C-B422-3FE0-34831C8703F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50455981"/>
              </p:ext>
            </p:extLst>
          </p:nvPr>
        </p:nvGraphicFramePr>
        <p:xfrm>
          <a:off x="11639830" y="6967877"/>
          <a:ext cx="2429384" cy="51771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15" name="Diagram 14">
            <a:extLst>
              <a:ext uri="{FF2B5EF4-FFF2-40B4-BE49-F238E27FC236}">
                <a16:creationId xmlns:a16="http://schemas.microsoft.com/office/drawing/2014/main" id="{624584D2-6062-6893-CEF7-F3A4F63AF84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41571732"/>
              </p:ext>
            </p:extLst>
          </p:nvPr>
        </p:nvGraphicFramePr>
        <p:xfrm>
          <a:off x="868045" y="6431280"/>
          <a:ext cx="13274675" cy="10972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sp>
        <p:nvSpPr>
          <p:cNvPr id="3" name="Shape 1">
            <a:extLst>
              <a:ext uri="{FF2B5EF4-FFF2-40B4-BE49-F238E27FC236}">
                <a16:creationId xmlns:a16="http://schemas.microsoft.com/office/drawing/2014/main" id="{22D29A92-E92B-2DD9-42ED-EFDE3DA8C045}"/>
              </a:ext>
            </a:extLst>
          </p:cNvPr>
          <p:cNvSpPr/>
          <p:nvPr/>
        </p:nvSpPr>
        <p:spPr>
          <a:xfrm>
            <a:off x="1463040" y="1494126"/>
            <a:ext cx="12024360" cy="2209086"/>
          </a:xfrm>
          <a:prstGeom prst="roundRect">
            <a:avLst>
              <a:gd name="adj" fmla="val 1540"/>
            </a:avLst>
          </a:prstGeom>
          <a:solidFill>
            <a:srgbClr val="F2EEEE"/>
          </a:solidFill>
          <a:ln/>
        </p:spPr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4FE49E2B-B100-48D4-9C79-414FB6091E80}"/>
              </a:ext>
            </a:extLst>
          </p:cNvPr>
          <p:cNvSpPr/>
          <p:nvPr/>
        </p:nvSpPr>
        <p:spPr>
          <a:xfrm>
            <a:off x="1689854" y="1720940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383838"/>
                </a:solidFill>
                <a:latin typeface="Times New Roman" panose="02020603050405020304" pitchFamily="18" charset="0"/>
                <a:ea typeface="PT Serif" pitchFamily="34" charset="-122"/>
                <a:cs typeface="Times New Roman" panose="02020603050405020304" pitchFamily="18" charset="0"/>
              </a:rPr>
              <a:t>Project Objectives</a:t>
            </a:r>
            <a:endParaRPr lang="en-US" sz="23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6F7F9CCE-B9FF-E462-FFDC-95F5BBB5D000}"/>
              </a:ext>
            </a:extLst>
          </p:cNvPr>
          <p:cNvSpPr/>
          <p:nvPr/>
        </p:nvSpPr>
        <p:spPr>
          <a:xfrm>
            <a:off x="1689854" y="2229099"/>
            <a:ext cx="710279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83838"/>
                </a:solidFill>
                <a:latin typeface="Times New Roman" panose="02020603050405020304" pitchFamily="18" charset="0"/>
                <a:ea typeface="DM Sans" pitchFamily="34" charset="-122"/>
                <a:cs typeface="Times New Roman" panose="02020603050405020304" pitchFamily="18" charset="0"/>
              </a:rPr>
              <a:t>Enable clear asset-level insights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0FB27E9D-6EAB-FCEE-8557-2E87F6B3741D}"/>
              </a:ext>
            </a:extLst>
          </p:cNvPr>
          <p:cNvSpPr/>
          <p:nvPr/>
        </p:nvSpPr>
        <p:spPr>
          <a:xfrm>
            <a:off x="1689854" y="2671297"/>
            <a:ext cx="710279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83838"/>
                </a:solidFill>
                <a:latin typeface="Times New Roman" panose="02020603050405020304" pitchFamily="18" charset="0"/>
                <a:ea typeface="DM Sans" pitchFamily="34" charset="-122"/>
                <a:cs typeface="Times New Roman" panose="02020603050405020304" pitchFamily="18" charset="0"/>
              </a:rPr>
              <a:t>Create dynamic, user-friendly dashboards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65ED15C9-F3E1-02F7-8339-7A6E2461BC2E}"/>
              </a:ext>
            </a:extLst>
          </p:cNvPr>
          <p:cNvSpPr/>
          <p:nvPr/>
        </p:nvSpPr>
        <p:spPr>
          <a:xfrm>
            <a:off x="1689854" y="3113495"/>
            <a:ext cx="710279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83838"/>
                </a:solidFill>
                <a:latin typeface="Times New Roman" panose="02020603050405020304" pitchFamily="18" charset="0"/>
                <a:ea typeface="DM Sans" pitchFamily="34" charset="-122"/>
                <a:cs typeface="Times New Roman" panose="02020603050405020304" pitchFamily="18" charset="0"/>
              </a:rPr>
              <a:t>Build a reusable and scalable template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5643ECCE-B8A4-6D83-48FE-A51359F89854}"/>
              </a:ext>
            </a:extLst>
          </p:cNvPr>
          <p:cNvSpPr/>
          <p:nvPr/>
        </p:nvSpPr>
        <p:spPr>
          <a:xfrm>
            <a:off x="1463040" y="3930026"/>
            <a:ext cx="12024360" cy="2209086"/>
          </a:xfrm>
          <a:prstGeom prst="roundRect">
            <a:avLst>
              <a:gd name="adj" fmla="val 1540"/>
            </a:avLst>
          </a:prstGeom>
          <a:solidFill>
            <a:srgbClr val="F2EEEE"/>
          </a:solidFill>
          <a:ln/>
        </p:spPr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2A280C53-9AD5-383A-0886-AD6DC3B9D29C}"/>
              </a:ext>
            </a:extLst>
          </p:cNvPr>
          <p:cNvSpPr/>
          <p:nvPr/>
        </p:nvSpPr>
        <p:spPr>
          <a:xfrm>
            <a:off x="1689854" y="4156840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383838"/>
                </a:solidFill>
                <a:latin typeface="Times New Roman" panose="02020603050405020304" pitchFamily="18" charset="0"/>
                <a:ea typeface="PT Serif" pitchFamily="34" charset="-122"/>
                <a:cs typeface="Times New Roman" panose="02020603050405020304" pitchFamily="18" charset="0"/>
              </a:rPr>
              <a:t>Key Deliverables</a:t>
            </a:r>
            <a:endParaRPr lang="en-US" sz="23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649C3CDF-BBD4-4BA9-8572-8D8CB98ADC9E}"/>
              </a:ext>
            </a:extLst>
          </p:cNvPr>
          <p:cNvSpPr/>
          <p:nvPr/>
        </p:nvSpPr>
        <p:spPr>
          <a:xfrm>
            <a:off x="1689854" y="4664998"/>
            <a:ext cx="710279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83838"/>
                </a:solidFill>
                <a:latin typeface="Times New Roman" panose="02020603050405020304" pitchFamily="18" charset="0"/>
                <a:ea typeface="DM Sans" pitchFamily="34" charset="-122"/>
                <a:cs typeface="Times New Roman" panose="02020603050405020304" pitchFamily="18" charset="0"/>
              </a:rPr>
              <a:t>3 AMP Dashboards: Drill, Crane, Truck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04494D47-0122-538E-7B5D-1BBAE034DD63}"/>
              </a:ext>
            </a:extLst>
          </p:cNvPr>
          <p:cNvSpPr/>
          <p:nvPr/>
        </p:nvSpPr>
        <p:spPr>
          <a:xfrm>
            <a:off x="1689854" y="5107196"/>
            <a:ext cx="710279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83838"/>
                </a:solidFill>
                <a:latin typeface="Times New Roman" panose="02020603050405020304" pitchFamily="18" charset="0"/>
                <a:ea typeface="DM Sans" pitchFamily="34" charset="-122"/>
                <a:cs typeface="Times New Roman" panose="02020603050405020304" pitchFamily="18" charset="0"/>
              </a:rPr>
              <a:t>Supporting documents: Field Mapping table, DAX logic, Report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EAC7B86A-37F9-9B69-5FA8-4B83EBFA65D9}"/>
              </a:ext>
            </a:extLst>
          </p:cNvPr>
          <p:cNvSpPr/>
          <p:nvPr/>
        </p:nvSpPr>
        <p:spPr>
          <a:xfrm>
            <a:off x="1689854" y="5549395"/>
            <a:ext cx="710279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83838"/>
                </a:solidFill>
                <a:latin typeface="Times New Roman" panose="02020603050405020304" pitchFamily="18" charset="0"/>
                <a:ea typeface="DM Sans" pitchFamily="34" charset="-122"/>
                <a:cs typeface="Times New Roman" panose="02020603050405020304" pitchFamily="18" charset="0"/>
              </a:rPr>
              <a:t>Demo of working AMP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652739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AF8CC7-1E31-925E-D4DC-389625A105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E79F6D-964C-9982-575A-85D2EED774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0263" y="474269"/>
            <a:ext cx="11549886" cy="714042"/>
          </a:xfrm>
        </p:spPr>
        <p:txBody>
          <a:bodyPr/>
          <a:lstStyle/>
          <a:p>
            <a:r>
              <a:rPr lang="en-AU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 &amp; Approach</a:t>
            </a:r>
            <a:endParaRPr lang="en-AU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2" name="Diagram 21">
            <a:extLst>
              <a:ext uri="{FF2B5EF4-FFF2-40B4-BE49-F238E27FC236}">
                <a16:creationId xmlns:a16="http://schemas.microsoft.com/office/drawing/2014/main" id="{C1C9C3F9-E951-6120-D9C8-F391D118775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02369709"/>
              </p:ext>
            </p:extLst>
          </p:nvPr>
        </p:nvGraphicFramePr>
        <p:xfrm>
          <a:off x="868045" y="6431280"/>
          <a:ext cx="13274675" cy="10972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11" name="Image 1" descr="preencoded.png">
            <a:extLst>
              <a:ext uri="{FF2B5EF4-FFF2-40B4-BE49-F238E27FC236}">
                <a16:creationId xmlns:a16="http://schemas.microsoft.com/office/drawing/2014/main" id="{59A26CED-CDAE-5281-B0ED-0FDDBB04D4C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colorTemperature colorTemp="88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676400" y="1219200"/>
            <a:ext cx="1134070" cy="1766888"/>
          </a:xfrm>
          <a:prstGeom prst="rect">
            <a:avLst/>
          </a:prstGeom>
        </p:spPr>
      </p:pic>
      <p:sp>
        <p:nvSpPr>
          <p:cNvPr id="12" name="Text 1">
            <a:extLst>
              <a:ext uri="{FF2B5EF4-FFF2-40B4-BE49-F238E27FC236}">
                <a16:creationId xmlns:a16="http://schemas.microsoft.com/office/drawing/2014/main" id="{5B28DFE4-8BDA-A0EF-75F7-A96ADB52DB3D}"/>
              </a:ext>
            </a:extLst>
          </p:cNvPr>
          <p:cNvSpPr/>
          <p:nvPr/>
        </p:nvSpPr>
        <p:spPr>
          <a:xfrm>
            <a:off x="3037284" y="1446014"/>
            <a:ext cx="334017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400" b="1" dirty="0">
                <a:solidFill>
                  <a:srgbClr val="383838"/>
                </a:solidFill>
                <a:latin typeface="Times New Roman" panose="02020603050405020304" pitchFamily="18" charset="0"/>
                <a:ea typeface="PT Serif" pitchFamily="34" charset="-122"/>
                <a:cs typeface="Times New Roman" panose="02020603050405020304" pitchFamily="18" charset="0"/>
              </a:rPr>
              <a:t>Stage 1 – Data Extraction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2">
            <a:extLst>
              <a:ext uri="{FF2B5EF4-FFF2-40B4-BE49-F238E27FC236}">
                <a16:creationId xmlns:a16="http://schemas.microsoft.com/office/drawing/2014/main" id="{98AF3567-0316-DC41-4000-34397841BE36}"/>
              </a:ext>
            </a:extLst>
          </p:cNvPr>
          <p:cNvSpPr/>
          <p:nvPr/>
        </p:nvSpPr>
        <p:spPr>
          <a:xfrm>
            <a:off x="3037284" y="1954173"/>
            <a:ext cx="619553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2000" dirty="0">
                <a:solidFill>
                  <a:srgbClr val="383838"/>
                </a:solidFill>
                <a:latin typeface="Times New Roman" panose="02020603050405020304" pitchFamily="18" charset="0"/>
                <a:ea typeface="DM Sans" pitchFamily="34" charset="-122"/>
                <a:cs typeface="Times New Roman" panose="02020603050405020304" pitchFamily="18" charset="0"/>
              </a:rPr>
              <a:t>Pulled asset-level data from LMM dashboard exports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3">
            <a:extLst>
              <a:ext uri="{FF2B5EF4-FFF2-40B4-BE49-F238E27FC236}">
                <a16:creationId xmlns:a16="http://schemas.microsoft.com/office/drawing/2014/main" id="{85DC32EC-F646-B113-ED94-20D149CD2CB7}"/>
              </a:ext>
            </a:extLst>
          </p:cNvPr>
          <p:cNvSpPr/>
          <p:nvPr/>
        </p:nvSpPr>
        <p:spPr>
          <a:xfrm>
            <a:off x="3037284" y="2396371"/>
            <a:ext cx="619553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2000" dirty="0">
                <a:solidFill>
                  <a:srgbClr val="383838"/>
                </a:solidFill>
                <a:latin typeface="Times New Roman" panose="02020603050405020304" pitchFamily="18" charset="0"/>
                <a:ea typeface="DM Sans" pitchFamily="34" charset="-122"/>
                <a:cs typeface="Times New Roman" panose="02020603050405020304" pitchFamily="18" charset="0"/>
              </a:rPr>
              <a:t>Cleaned &amp; structured ~40 assets × 40 fields in Excel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5" name="Image 2" descr="preencoded.png">
            <a:extLst>
              <a:ext uri="{FF2B5EF4-FFF2-40B4-BE49-F238E27FC236}">
                <a16:creationId xmlns:a16="http://schemas.microsoft.com/office/drawing/2014/main" id="{A722F01F-32E3-9EAE-5550-276CC8D9A68C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colorTemperature colorTemp="88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676400" y="2986088"/>
            <a:ext cx="1134070" cy="1766888"/>
          </a:xfrm>
          <a:prstGeom prst="rect">
            <a:avLst/>
          </a:prstGeom>
        </p:spPr>
      </p:pic>
      <p:sp>
        <p:nvSpPr>
          <p:cNvPr id="16" name="Text 4">
            <a:extLst>
              <a:ext uri="{FF2B5EF4-FFF2-40B4-BE49-F238E27FC236}">
                <a16:creationId xmlns:a16="http://schemas.microsoft.com/office/drawing/2014/main" id="{BEC9B9EF-56BD-543D-05B8-F22F08B075FC}"/>
              </a:ext>
            </a:extLst>
          </p:cNvPr>
          <p:cNvSpPr/>
          <p:nvPr/>
        </p:nvSpPr>
        <p:spPr>
          <a:xfrm>
            <a:off x="3037284" y="3212902"/>
            <a:ext cx="5221486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400" b="1" dirty="0">
                <a:solidFill>
                  <a:srgbClr val="383838"/>
                </a:solidFill>
                <a:latin typeface="Times New Roman" panose="02020603050405020304" pitchFamily="18" charset="0"/>
                <a:ea typeface="PT Serif" pitchFamily="34" charset="-122"/>
                <a:cs typeface="Times New Roman" panose="02020603050405020304" pitchFamily="18" charset="0"/>
              </a:rPr>
              <a:t>Stage 2 – Field Mapping &amp; Architecture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5">
            <a:extLst>
              <a:ext uri="{FF2B5EF4-FFF2-40B4-BE49-F238E27FC236}">
                <a16:creationId xmlns:a16="http://schemas.microsoft.com/office/drawing/2014/main" id="{F12E8795-DCF2-15EE-2B97-F470BA381FD7}"/>
              </a:ext>
            </a:extLst>
          </p:cNvPr>
          <p:cNvSpPr/>
          <p:nvPr/>
        </p:nvSpPr>
        <p:spPr>
          <a:xfrm>
            <a:off x="3037284" y="3721061"/>
            <a:ext cx="619553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2000" dirty="0">
                <a:solidFill>
                  <a:srgbClr val="383838"/>
                </a:solidFill>
                <a:latin typeface="Times New Roman" panose="02020603050405020304" pitchFamily="18" charset="0"/>
                <a:ea typeface="DM Sans" pitchFamily="34" charset="-122"/>
                <a:cs typeface="Times New Roman" panose="02020603050405020304" pitchFamily="18" charset="0"/>
              </a:rPr>
              <a:t>Mapped each field to dashboard sections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6">
            <a:extLst>
              <a:ext uri="{FF2B5EF4-FFF2-40B4-BE49-F238E27FC236}">
                <a16:creationId xmlns:a16="http://schemas.microsoft.com/office/drawing/2014/main" id="{663E01F7-9718-E2D9-15E8-AFCCA61113ED}"/>
              </a:ext>
            </a:extLst>
          </p:cNvPr>
          <p:cNvSpPr/>
          <p:nvPr/>
        </p:nvSpPr>
        <p:spPr>
          <a:xfrm>
            <a:off x="3037284" y="4163259"/>
            <a:ext cx="619553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2000" dirty="0">
                <a:solidFill>
                  <a:srgbClr val="383838"/>
                </a:solidFill>
                <a:latin typeface="Times New Roman" panose="02020603050405020304" pitchFamily="18" charset="0"/>
                <a:ea typeface="DM Sans" pitchFamily="34" charset="-122"/>
                <a:cs typeface="Times New Roman" panose="02020603050405020304" pitchFamily="18" charset="0"/>
              </a:rPr>
              <a:t>Designed one page layout and defined section logic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9" name="Image 3" descr="preencoded.png">
            <a:extLst>
              <a:ext uri="{FF2B5EF4-FFF2-40B4-BE49-F238E27FC236}">
                <a16:creationId xmlns:a16="http://schemas.microsoft.com/office/drawing/2014/main" id="{B631938D-088B-E450-0865-55D50FFB1116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colorTemperature colorTemp="88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676400" y="4752975"/>
            <a:ext cx="1134070" cy="1766888"/>
          </a:xfrm>
          <a:prstGeom prst="rect">
            <a:avLst/>
          </a:prstGeom>
        </p:spPr>
      </p:pic>
      <p:sp>
        <p:nvSpPr>
          <p:cNvPr id="20" name="Text 7">
            <a:extLst>
              <a:ext uri="{FF2B5EF4-FFF2-40B4-BE49-F238E27FC236}">
                <a16:creationId xmlns:a16="http://schemas.microsoft.com/office/drawing/2014/main" id="{58A0A9CE-0579-F3BC-27C4-148CD3EECE1A}"/>
              </a:ext>
            </a:extLst>
          </p:cNvPr>
          <p:cNvSpPr/>
          <p:nvPr/>
        </p:nvSpPr>
        <p:spPr>
          <a:xfrm>
            <a:off x="3037284" y="4979789"/>
            <a:ext cx="4911447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400" b="1" dirty="0">
                <a:solidFill>
                  <a:srgbClr val="383838"/>
                </a:solidFill>
                <a:latin typeface="Times New Roman" panose="02020603050405020304" pitchFamily="18" charset="0"/>
                <a:ea typeface="PT Serif" pitchFamily="34" charset="-122"/>
                <a:cs typeface="Times New Roman" panose="02020603050405020304" pitchFamily="18" charset="0"/>
              </a:rPr>
              <a:t>Stage 3 – Dashboard Implementation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8">
            <a:extLst>
              <a:ext uri="{FF2B5EF4-FFF2-40B4-BE49-F238E27FC236}">
                <a16:creationId xmlns:a16="http://schemas.microsoft.com/office/drawing/2014/main" id="{676DCE45-A0A7-B2ED-4A2E-23EB3B225337}"/>
              </a:ext>
            </a:extLst>
          </p:cNvPr>
          <p:cNvSpPr/>
          <p:nvPr/>
        </p:nvSpPr>
        <p:spPr>
          <a:xfrm>
            <a:off x="3037284" y="5487948"/>
            <a:ext cx="619553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2000" dirty="0">
                <a:solidFill>
                  <a:srgbClr val="383838"/>
                </a:solidFill>
                <a:latin typeface="Times New Roman" panose="02020603050405020304" pitchFamily="18" charset="0"/>
                <a:ea typeface="DM Sans" pitchFamily="34" charset="-122"/>
                <a:cs typeface="Times New Roman" panose="02020603050405020304" pitchFamily="18" charset="0"/>
              </a:rPr>
              <a:t>Built visuals, cards, and gauges in Power BI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 9">
            <a:extLst>
              <a:ext uri="{FF2B5EF4-FFF2-40B4-BE49-F238E27FC236}">
                <a16:creationId xmlns:a16="http://schemas.microsoft.com/office/drawing/2014/main" id="{9D81239D-1840-CDBE-4EB3-9E308E73D764}"/>
              </a:ext>
            </a:extLst>
          </p:cNvPr>
          <p:cNvSpPr/>
          <p:nvPr/>
        </p:nvSpPr>
        <p:spPr>
          <a:xfrm>
            <a:off x="3037284" y="5930146"/>
            <a:ext cx="619553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2000" dirty="0">
                <a:solidFill>
                  <a:srgbClr val="383838"/>
                </a:solidFill>
                <a:latin typeface="Times New Roman" panose="02020603050405020304" pitchFamily="18" charset="0"/>
                <a:ea typeface="DM Sans" pitchFamily="34" charset="-122"/>
                <a:cs typeface="Times New Roman" panose="02020603050405020304" pitchFamily="18" charset="0"/>
              </a:rPr>
              <a:t>Applied DAX for logic, summaries, and filtering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745499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7B7944-C3D4-F958-34BA-D8EF5DF43E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0" y="228600"/>
            <a:ext cx="11549886" cy="714042"/>
          </a:xfrm>
        </p:spPr>
        <p:txBody>
          <a:bodyPr/>
          <a:lstStyle/>
          <a:p>
            <a:r>
              <a:rPr lang="en-AU" dirty="0"/>
              <a:t>Methodology &amp; Approach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9D55DE7-C1BE-914A-8304-8118602AC4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3597" y="1014600"/>
            <a:ext cx="11826240" cy="5608320"/>
          </a:xfrm>
          <a:prstGeom prst="rect">
            <a:avLst/>
          </a:prstGeom>
        </p:spPr>
      </p:pic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81A3FD4D-5CA4-6878-26BB-8B669A55EBB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55224909"/>
              </p:ext>
            </p:extLst>
          </p:nvPr>
        </p:nvGraphicFramePr>
        <p:xfrm>
          <a:off x="762000" y="6477000"/>
          <a:ext cx="13274675" cy="10972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2234537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825120-A94B-EEB0-2A07-33B3203259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509BC5-21FC-1AE6-59CC-E7BB7D70BE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0263" y="474269"/>
            <a:ext cx="11549886" cy="714042"/>
          </a:xfrm>
        </p:spPr>
        <p:txBody>
          <a:bodyPr/>
          <a:lstStyle/>
          <a:p>
            <a:r>
              <a:rPr lang="en-AU" dirty="0">
                <a:latin typeface="Times New Roman" panose="02020603050405020304" pitchFamily="18" charset="0"/>
                <a:cs typeface="Times New Roman" panose="02020603050405020304" pitchFamily="18" charset="0"/>
              </a:rPr>
              <a:t>Justification of Techniques</a:t>
            </a:r>
            <a:endParaRPr lang="en-AU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1" name="Diagram 10">
            <a:extLst>
              <a:ext uri="{FF2B5EF4-FFF2-40B4-BE49-F238E27FC236}">
                <a16:creationId xmlns:a16="http://schemas.microsoft.com/office/drawing/2014/main" id="{4DC2EB6F-F6BF-8349-839E-4FF5EF024DA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79827967"/>
              </p:ext>
            </p:extLst>
          </p:nvPr>
        </p:nvGraphicFramePr>
        <p:xfrm>
          <a:off x="868045" y="6431280"/>
          <a:ext cx="13274675" cy="10972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30" name="Image 1" descr="preencoded.png">
            <a:extLst>
              <a:ext uri="{FF2B5EF4-FFF2-40B4-BE49-F238E27FC236}">
                <a16:creationId xmlns:a16="http://schemas.microsoft.com/office/drawing/2014/main" id="{20C3F46A-5572-9A95-B762-093066126F1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81200" y="1956727"/>
            <a:ext cx="566976" cy="566976"/>
          </a:xfrm>
          <a:prstGeom prst="rect">
            <a:avLst/>
          </a:prstGeom>
        </p:spPr>
      </p:pic>
      <p:sp>
        <p:nvSpPr>
          <p:cNvPr id="31" name="Text 1">
            <a:extLst>
              <a:ext uri="{FF2B5EF4-FFF2-40B4-BE49-F238E27FC236}">
                <a16:creationId xmlns:a16="http://schemas.microsoft.com/office/drawing/2014/main" id="{B4318301-5377-1AD5-3912-C088A24C9EB0}"/>
              </a:ext>
            </a:extLst>
          </p:cNvPr>
          <p:cNvSpPr/>
          <p:nvPr/>
        </p:nvSpPr>
        <p:spPr>
          <a:xfrm>
            <a:off x="1981200" y="2807191"/>
            <a:ext cx="2329815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383838"/>
                </a:solidFill>
                <a:latin typeface="Times New Roman" panose="02020603050405020304" pitchFamily="18" charset="0"/>
                <a:ea typeface="PT Serif" pitchFamily="34" charset="-122"/>
                <a:cs typeface="Times New Roman" panose="02020603050405020304" pitchFamily="18" charset="0"/>
              </a:rPr>
              <a:t>Why Power BI?</a:t>
            </a:r>
            <a:endParaRPr lang="en-US" sz="23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Text 2">
            <a:extLst>
              <a:ext uri="{FF2B5EF4-FFF2-40B4-BE49-F238E27FC236}">
                <a16:creationId xmlns:a16="http://schemas.microsoft.com/office/drawing/2014/main" id="{3E3FE034-D721-F141-DA13-EB19E2F82B0F}"/>
              </a:ext>
            </a:extLst>
          </p:cNvPr>
          <p:cNvSpPr/>
          <p:nvPr/>
        </p:nvSpPr>
        <p:spPr>
          <a:xfrm>
            <a:off x="1981200" y="3315349"/>
            <a:ext cx="23298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2000" dirty="0">
                <a:solidFill>
                  <a:srgbClr val="383838"/>
                </a:solidFill>
                <a:latin typeface="Times New Roman" panose="02020603050405020304" pitchFamily="18" charset="0"/>
                <a:ea typeface="DM Sans" pitchFamily="34" charset="-122"/>
                <a:cs typeface="Times New Roman" panose="02020603050405020304" pitchFamily="18" charset="0"/>
              </a:rPr>
              <a:t>Aligned with Secora's toolset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Text 3">
            <a:extLst>
              <a:ext uri="{FF2B5EF4-FFF2-40B4-BE49-F238E27FC236}">
                <a16:creationId xmlns:a16="http://schemas.microsoft.com/office/drawing/2014/main" id="{6EFE7C89-311B-06EA-461E-DEF35358AC3C}"/>
              </a:ext>
            </a:extLst>
          </p:cNvPr>
          <p:cNvSpPr/>
          <p:nvPr/>
        </p:nvSpPr>
        <p:spPr>
          <a:xfrm>
            <a:off x="1981200" y="4120450"/>
            <a:ext cx="304800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2000" dirty="0">
                <a:solidFill>
                  <a:srgbClr val="383838"/>
                </a:solidFill>
                <a:latin typeface="Times New Roman" panose="02020603050405020304" pitchFamily="18" charset="0"/>
                <a:ea typeface="DM Sans" pitchFamily="34" charset="-122"/>
                <a:cs typeface="Times New Roman" panose="02020603050405020304" pitchFamily="18" charset="0"/>
              </a:rPr>
              <a:t>Strong support for DAX logic &amp; slicers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4" name="Image 2" descr="preencoded.png">
            <a:extLst>
              <a:ext uri="{FF2B5EF4-FFF2-40B4-BE49-F238E27FC236}">
                <a16:creationId xmlns:a16="http://schemas.microsoft.com/office/drawing/2014/main" id="{8AD69412-C4EA-2DE3-1FF6-09B014F5A4C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410200" y="1956727"/>
            <a:ext cx="566976" cy="566976"/>
          </a:xfrm>
          <a:prstGeom prst="rect">
            <a:avLst/>
          </a:prstGeom>
        </p:spPr>
      </p:pic>
      <p:sp>
        <p:nvSpPr>
          <p:cNvPr id="35" name="Text 4">
            <a:extLst>
              <a:ext uri="{FF2B5EF4-FFF2-40B4-BE49-F238E27FC236}">
                <a16:creationId xmlns:a16="http://schemas.microsoft.com/office/drawing/2014/main" id="{C8E17723-B693-3171-DC84-AE8B95C8FBBB}"/>
              </a:ext>
            </a:extLst>
          </p:cNvPr>
          <p:cNvSpPr/>
          <p:nvPr/>
        </p:nvSpPr>
        <p:spPr>
          <a:xfrm>
            <a:off x="5410200" y="2807191"/>
            <a:ext cx="3048000" cy="744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383838"/>
                </a:solidFill>
                <a:latin typeface="Times New Roman" panose="02020603050405020304" pitchFamily="18" charset="0"/>
                <a:ea typeface="PT Serif" pitchFamily="34" charset="-122"/>
                <a:cs typeface="Times New Roman" panose="02020603050405020304" pitchFamily="18" charset="0"/>
              </a:rPr>
              <a:t>Why One-Page Layout?</a:t>
            </a:r>
            <a:endParaRPr lang="en-US" sz="23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Text 5">
            <a:extLst>
              <a:ext uri="{FF2B5EF4-FFF2-40B4-BE49-F238E27FC236}">
                <a16:creationId xmlns:a16="http://schemas.microsoft.com/office/drawing/2014/main" id="{8716F5FD-807A-BF49-67AA-FD01538C4523}"/>
              </a:ext>
            </a:extLst>
          </p:cNvPr>
          <p:cNvSpPr/>
          <p:nvPr/>
        </p:nvSpPr>
        <p:spPr>
          <a:xfrm>
            <a:off x="5410200" y="3315348"/>
            <a:ext cx="312420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2000" dirty="0">
                <a:solidFill>
                  <a:srgbClr val="383838"/>
                </a:solidFill>
                <a:latin typeface="Times New Roman" panose="02020603050405020304" pitchFamily="18" charset="0"/>
                <a:ea typeface="DM Sans" pitchFamily="34" charset="-122"/>
                <a:cs typeface="Times New Roman" panose="02020603050405020304" pitchFamily="18" charset="0"/>
              </a:rPr>
              <a:t>Enables quick decision-making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Text 6">
            <a:extLst>
              <a:ext uri="{FF2B5EF4-FFF2-40B4-BE49-F238E27FC236}">
                <a16:creationId xmlns:a16="http://schemas.microsoft.com/office/drawing/2014/main" id="{2911317F-8E2C-7621-3D0A-9D36F14CE519}"/>
              </a:ext>
            </a:extLst>
          </p:cNvPr>
          <p:cNvSpPr/>
          <p:nvPr/>
        </p:nvSpPr>
        <p:spPr>
          <a:xfrm>
            <a:off x="5404513" y="4120449"/>
            <a:ext cx="312420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2000" dirty="0">
                <a:solidFill>
                  <a:srgbClr val="383838"/>
                </a:solidFill>
                <a:latin typeface="Times New Roman" panose="02020603050405020304" pitchFamily="18" charset="0"/>
                <a:ea typeface="DM Sans" pitchFamily="34" charset="-122"/>
                <a:cs typeface="Times New Roman" panose="02020603050405020304" pitchFamily="18" charset="0"/>
              </a:rPr>
              <a:t>No need for multi-tab reports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8" name="Image 3" descr="preencoded.png">
            <a:extLst>
              <a:ext uri="{FF2B5EF4-FFF2-40B4-BE49-F238E27FC236}">
                <a16:creationId xmlns:a16="http://schemas.microsoft.com/office/drawing/2014/main" id="{D8FFF1CA-F4FA-B88A-972F-1C353F7C10F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990409" y="1948176"/>
            <a:ext cx="566976" cy="566976"/>
          </a:xfrm>
          <a:prstGeom prst="rect">
            <a:avLst/>
          </a:prstGeom>
        </p:spPr>
      </p:pic>
      <p:sp>
        <p:nvSpPr>
          <p:cNvPr id="39" name="Text 7">
            <a:extLst>
              <a:ext uri="{FF2B5EF4-FFF2-40B4-BE49-F238E27FC236}">
                <a16:creationId xmlns:a16="http://schemas.microsoft.com/office/drawing/2014/main" id="{A3535551-B110-FA6F-F209-FFD7F950D671}"/>
              </a:ext>
            </a:extLst>
          </p:cNvPr>
          <p:cNvSpPr/>
          <p:nvPr/>
        </p:nvSpPr>
        <p:spPr>
          <a:xfrm>
            <a:off x="8990409" y="2798640"/>
            <a:ext cx="3657600" cy="744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383838"/>
                </a:solidFill>
                <a:latin typeface="Times New Roman" panose="02020603050405020304" pitchFamily="18" charset="0"/>
                <a:ea typeface="PT Serif" pitchFamily="34" charset="-122"/>
                <a:cs typeface="Times New Roman" panose="02020603050405020304" pitchFamily="18" charset="0"/>
              </a:rPr>
              <a:t>Why Reusable Architecture?</a:t>
            </a:r>
            <a:endParaRPr lang="en-US" sz="23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Text 8">
            <a:extLst>
              <a:ext uri="{FF2B5EF4-FFF2-40B4-BE49-F238E27FC236}">
                <a16:creationId xmlns:a16="http://schemas.microsoft.com/office/drawing/2014/main" id="{0BB377EA-E802-A132-AD0F-2039535CF7CB}"/>
              </a:ext>
            </a:extLst>
          </p:cNvPr>
          <p:cNvSpPr/>
          <p:nvPr/>
        </p:nvSpPr>
        <p:spPr>
          <a:xfrm>
            <a:off x="8990409" y="3306797"/>
            <a:ext cx="304800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2000" dirty="0">
                <a:solidFill>
                  <a:srgbClr val="383838"/>
                </a:solidFill>
                <a:latin typeface="Times New Roman" panose="02020603050405020304" pitchFamily="18" charset="0"/>
                <a:ea typeface="DM Sans" pitchFamily="34" charset="-122"/>
                <a:cs typeface="Times New Roman" panose="02020603050405020304" pitchFamily="18" charset="0"/>
              </a:rPr>
              <a:t>Mapping table supports asset onboarding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Text 9">
            <a:extLst>
              <a:ext uri="{FF2B5EF4-FFF2-40B4-BE49-F238E27FC236}">
                <a16:creationId xmlns:a16="http://schemas.microsoft.com/office/drawing/2014/main" id="{1EC1BEBF-5D5D-3686-3857-4CF1272D78FC}"/>
              </a:ext>
            </a:extLst>
          </p:cNvPr>
          <p:cNvSpPr/>
          <p:nvPr/>
        </p:nvSpPr>
        <p:spPr>
          <a:xfrm>
            <a:off x="8990409" y="4147741"/>
            <a:ext cx="342900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2000" dirty="0">
                <a:solidFill>
                  <a:srgbClr val="383838"/>
                </a:solidFill>
                <a:latin typeface="Times New Roman" panose="02020603050405020304" pitchFamily="18" charset="0"/>
                <a:ea typeface="DM Sans" pitchFamily="34" charset="-122"/>
                <a:cs typeface="Times New Roman" panose="02020603050405020304" pitchFamily="18" charset="0"/>
              </a:rPr>
              <a:t>Slicers + logic = minimal manual work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342678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8EC724-397C-EFDD-127D-4A5290E0A5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E6F73A-A005-7C3D-2C3D-E7EADCC772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344019"/>
            <a:ext cx="11549886" cy="714042"/>
          </a:xfrm>
        </p:spPr>
        <p:txBody>
          <a:bodyPr/>
          <a:lstStyle/>
          <a:p>
            <a:r>
              <a:rPr lang="en-AU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Architecture Consistency &amp; Design</a:t>
            </a:r>
            <a:endParaRPr lang="en-AU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2C15F8D8-EBC6-1566-C44B-933CAE90D11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33629128"/>
              </p:ext>
            </p:extLst>
          </p:nvPr>
        </p:nvGraphicFramePr>
        <p:xfrm>
          <a:off x="868045" y="6431280"/>
          <a:ext cx="13274675" cy="10972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Shape 1">
            <a:extLst>
              <a:ext uri="{FF2B5EF4-FFF2-40B4-BE49-F238E27FC236}">
                <a16:creationId xmlns:a16="http://schemas.microsoft.com/office/drawing/2014/main" id="{033092F9-3057-9F77-27ED-07A2707608A8}"/>
              </a:ext>
            </a:extLst>
          </p:cNvPr>
          <p:cNvSpPr/>
          <p:nvPr/>
        </p:nvSpPr>
        <p:spPr>
          <a:xfrm>
            <a:off x="1981200" y="1219200"/>
            <a:ext cx="203478" cy="1221462"/>
          </a:xfrm>
          <a:prstGeom prst="roundRect">
            <a:avLst>
              <a:gd name="adj" fmla="val 15007"/>
            </a:avLst>
          </a:prstGeom>
          <a:solidFill>
            <a:schemeClr val="accent4">
              <a:lumMod val="40000"/>
              <a:lumOff val="60000"/>
            </a:schemeClr>
          </a:solidFill>
          <a:ln/>
        </p:spPr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4A443C2B-8801-4F2C-A3B7-7F0939B188BD}"/>
              </a:ext>
            </a:extLst>
          </p:cNvPr>
          <p:cNvSpPr/>
          <p:nvPr/>
        </p:nvSpPr>
        <p:spPr>
          <a:xfrm>
            <a:off x="2388155" y="1422678"/>
            <a:ext cx="2671882" cy="3339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200" b="1" dirty="0">
                <a:solidFill>
                  <a:srgbClr val="383838"/>
                </a:solidFill>
                <a:latin typeface="Times New Roman" panose="02020603050405020304" pitchFamily="18" charset="0"/>
                <a:ea typeface="PT Serif" pitchFamily="34" charset="-122"/>
                <a:cs typeface="Times New Roman" panose="02020603050405020304" pitchFamily="18" charset="0"/>
              </a:rPr>
              <a:t>Fixed Grid Layout</a:t>
            </a: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13299CEC-BCFF-BA22-30C0-FF415EDC1F1B}"/>
              </a:ext>
            </a:extLst>
          </p:cNvPr>
          <p:cNvSpPr/>
          <p:nvPr/>
        </p:nvSpPr>
        <p:spPr>
          <a:xfrm>
            <a:off x="2388155" y="1878687"/>
            <a:ext cx="7153751" cy="3257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00" dirty="0">
                <a:solidFill>
                  <a:srgbClr val="383838"/>
                </a:solidFill>
                <a:latin typeface="Times New Roman" panose="02020603050405020304" pitchFamily="18" charset="0"/>
                <a:ea typeface="DM Sans" pitchFamily="34" charset="-122"/>
                <a:cs typeface="Times New Roman" panose="02020603050405020304" pitchFamily="18" charset="0"/>
              </a:rPr>
              <a:t>Each dashboard uses same section structure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hape 4">
            <a:extLst>
              <a:ext uri="{FF2B5EF4-FFF2-40B4-BE49-F238E27FC236}">
                <a16:creationId xmlns:a16="http://schemas.microsoft.com/office/drawing/2014/main" id="{D6C3A9A2-DBA2-567F-8D03-A4868443D57D}"/>
              </a:ext>
            </a:extLst>
          </p:cNvPr>
          <p:cNvSpPr/>
          <p:nvPr/>
        </p:nvSpPr>
        <p:spPr>
          <a:xfrm>
            <a:off x="2286476" y="2593301"/>
            <a:ext cx="203478" cy="1221462"/>
          </a:xfrm>
          <a:prstGeom prst="roundRect">
            <a:avLst>
              <a:gd name="adj" fmla="val 15007"/>
            </a:avLst>
          </a:prstGeom>
          <a:solidFill>
            <a:schemeClr val="accent4">
              <a:lumMod val="40000"/>
              <a:lumOff val="60000"/>
            </a:schemeClr>
          </a:solidFill>
          <a:ln/>
        </p:spPr>
      </p:sp>
      <p:sp>
        <p:nvSpPr>
          <p:cNvPr id="9" name="Text 5">
            <a:extLst>
              <a:ext uri="{FF2B5EF4-FFF2-40B4-BE49-F238E27FC236}">
                <a16:creationId xmlns:a16="http://schemas.microsoft.com/office/drawing/2014/main" id="{3F4BA309-C737-E418-9EF9-8CE503D957EE}"/>
              </a:ext>
            </a:extLst>
          </p:cNvPr>
          <p:cNvSpPr/>
          <p:nvPr/>
        </p:nvSpPr>
        <p:spPr>
          <a:xfrm>
            <a:off x="2693431" y="2796778"/>
            <a:ext cx="2671882" cy="3339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200" b="1" dirty="0">
                <a:solidFill>
                  <a:srgbClr val="383838"/>
                </a:solidFill>
                <a:latin typeface="Times New Roman" panose="02020603050405020304" pitchFamily="18" charset="0"/>
                <a:ea typeface="PT Serif" pitchFamily="34" charset="-122"/>
                <a:cs typeface="Times New Roman" panose="02020603050405020304" pitchFamily="18" charset="0"/>
              </a:rPr>
              <a:t>Reusable Components</a:t>
            </a: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6">
            <a:extLst>
              <a:ext uri="{FF2B5EF4-FFF2-40B4-BE49-F238E27FC236}">
                <a16:creationId xmlns:a16="http://schemas.microsoft.com/office/drawing/2014/main" id="{ED97E66F-4395-C494-3363-660FCAAAFAB5}"/>
              </a:ext>
            </a:extLst>
          </p:cNvPr>
          <p:cNvSpPr/>
          <p:nvPr/>
        </p:nvSpPr>
        <p:spPr>
          <a:xfrm>
            <a:off x="2693431" y="3252788"/>
            <a:ext cx="6848475" cy="3257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00" dirty="0">
                <a:solidFill>
                  <a:srgbClr val="383838"/>
                </a:solidFill>
                <a:latin typeface="Times New Roman" panose="02020603050405020304" pitchFamily="18" charset="0"/>
                <a:ea typeface="DM Sans" pitchFamily="34" charset="-122"/>
                <a:cs typeface="Times New Roman" panose="02020603050405020304" pitchFamily="18" charset="0"/>
              </a:rPr>
              <a:t>Card visuals, gauges, slicers grouped by asset type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hape 7">
            <a:extLst>
              <a:ext uri="{FF2B5EF4-FFF2-40B4-BE49-F238E27FC236}">
                <a16:creationId xmlns:a16="http://schemas.microsoft.com/office/drawing/2014/main" id="{C9000984-6AD5-E831-52EC-FF1FDF581B19}"/>
              </a:ext>
            </a:extLst>
          </p:cNvPr>
          <p:cNvSpPr/>
          <p:nvPr/>
        </p:nvSpPr>
        <p:spPr>
          <a:xfrm>
            <a:off x="2591871" y="3967401"/>
            <a:ext cx="203478" cy="1221462"/>
          </a:xfrm>
          <a:prstGeom prst="roundRect">
            <a:avLst>
              <a:gd name="adj" fmla="val 15007"/>
            </a:avLst>
          </a:prstGeom>
          <a:solidFill>
            <a:schemeClr val="accent4">
              <a:lumMod val="40000"/>
              <a:lumOff val="60000"/>
            </a:schemeClr>
          </a:solidFill>
          <a:ln/>
        </p:spPr>
      </p:sp>
      <p:sp>
        <p:nvSpPr>
          <p:cNvPr id="12" name="Text 8">
            <a:extLst>
              <a:ext uri="{FF2B5EF4-FFF2-40B4-BE49-F238E27FC236}">
                <a16:creationId xmlns:a16="http://schemas.microsoft.com/office/drawing/2014/main" id="{28C22326-E274-A9EB-1136-03F7921576E5}"/>
              </a:ext>
            </a:extLst>
          </p:cNvPr>
          <p:cNvSpPr/>
          <p:nvPr/>
        </p:nvSpPr>
        <p:spPr>
          <a:xfrm>
            <a:off x="2998827" y="4170879"/>
            <a:ext cx="3050858" cy="3339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200" b="1" dirty="0">
                <a:solidFill>
                  <a:srgbClr val="383838"/>
                </a:solidFill>
                <a:latin typeface="Times New Roman" panose="02020603050405020304" pitchFamily="18" charset="0"/>
                <a:ea typeface="PT Serif" pitchFamily="34" charset="-122"/>
                <a:cs typeface="Times New Roman" panose="02020603050405020304" pitchFamily="18" charset="0"/>
              </a:rPr>
              <a:t>Executive Summary Logic</a:t>
            </a: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9">
            <a:extLst>
              <a:ext uri="{FF2B5EF4-FFF2-40B4-BE49-F238E27FC236}">
                <a16:creationId xmlns:a16="http://schemas.microsoft.com/office/drawing/2014/main" id="{C03C85A7-5A00-A733-72FF-C2F59296F67E}"/>
              </a:ext>
            </a:extLst>
          </p:cNvPr>
          <p:cNvSpPr/>
          <p:nvPr/>
        </p:nvSpPr>
        <p:spPr>
          <a:xfrm>
            <a:off x="2998827" y="4626888"/>
            <a:ext cx="6543080" cy="3257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00" dirty="0">
                <a:solidFill>
                  <a:srgbClr val="383838"/>
                </a:solidFill>
                <a:latin typeface="Times New Roman" panose="02020603050405020304" pitchFamily="18" charset="0"/>
                <a:ea typeface="DM Sans" pitchFamily="34" charset="-122"/>
                <a:cs typeface="Times New Roman" panose="02020603050405020304" pitchFamily="18" charset="0"/>
              </a:rPr>
              <a:t>DAX-based WHAT – SO WHAT – NOW WHAT messages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Shape 10">
            <a:extLst>
              <a:ext uri="{FF2B5EF4-FFF2-40B4-BE49-F238E27FC236}">
                <a16:creationId xmlns:a16="http://schemas.microsoft.com/office/drawing/2014/main" id="{34960859-5241-3274-31E8-D0292B60EE98}"/>
              </a:ext>
            </a:extLst>
          </p:cNvPr>
          <p:cNvSpPr/>
          <p:nvPr/>
        </p:nvSpPr>
        <p:spPr>
          <a:xfrm>
            <a:off x="2897266" y="5341501"/>
            <a:ext cx="203478" cy="1221462"/>
          </a:xfrm>
          <a:prstGeom prst="roundRect">
            <a:avLst>
              <a:gd name="adj" fmla="val 15007"/>
            </a:avLst>
          </a:prstGeom>
          <a:solidFill>
            <a:schemeClr val="accent4">
              <a:lumMod val="40000"/>
              <a:lumOff val="60000"/>
            </a:schemeClr>
          </a:solidFill>
          <a:ln/>
        </p:spPr>
      </p:sp>
      <p:sp>
        <p:nvSpPr>
          <p:cNvPr id="15" name="Text 11">
            <a:extLst>
              <a:ext uri="{FF2B5EF4-FFF2-40B4-BE49-F238E27FC236}">
                <a16:creationId xmlns:a16="http://schemas.microsoft.com/office/drawing/2014/main" id="{9232D552-5110-057A-71DB-C931C29E0A48}"/>
              </a:ext>
            </a:extLst>
          </p:cNvPr>
          <p:cNvSpPr/>
          <p:nvPr/>
        </p:nvSpPr>
        <p:spPr>
          <a:xfrm>
            <a:off x="3304222" y="5544979"/>
            <a:ext cx="2682597" cy="3339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200" b="1" dirty="0">
                <a:solidFill>
                  <a:srgbClr val="383838"/>
                </a:solidFill>
                <a:latin typeface="Times New Roman" panose="02020603050405020304" pitchFamily="18" charset="0"/>
                <a:ea typeface="PT Serif" pitchFamily="34" charset="-122"/>
                <a:cs typeface="Times New Roman" panose="02020603050405020304" pitchFamily="18" charset="0"/>
              </a:rPr>
              <a:t>Filtering Across Assets</a:t>
            </a: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2">
            <a:extLst>
              <a:ext uri="{FF2B5EF4-FFF2-40B4-BE49-F238E27FC236}">
                <a16:creationId xmlns:a16="http://schemas.microsoft.com/office/drawing/2014/main" id="{E22B7FE6-B6EB-83BD-7000-B021D4FA65D3}"/>
              </a:ext>
            </a:extLst>
          </p:cNvPr>
          <p:cNvSpPr/>
          <p:nvPr/>
        </p:nvSpPr>
        <p:spPr>
          <a:xfrm>
            <a:off x="3304222" y="6000988"/>
            <a:ext cx="6237684" cy="3257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00" dirty="0">
                <a:solidFill>
                  <a:srgbClr val="383838"/>
                </a:solidFill>
                <a:latin typeface="Times New Roman" panose="02020603050405020304" pitchFamily="18" charset="0"/>
                <a:ea typeface="DM Sans" pitchFamily="34" charset="-122"/>
                <a:cs typeface="Times New Roman" panose="02020603050405020304" pitchFamily="18" charset="0"/>
              </a:rPr>
              <a:t>Slicers switch between Drill, Crane, Truck views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680783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A24812-097E-B243-4E10-2EFE414DAB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0263" y="474269"/>
            <a:ext cx="11549886" cy="714042"/>
          </a:xfrm>
        </p:spPr>
        <p:txBody>
          <a:bodyPr/>
          <a:lstStyle/>
          <a:p>
            <a:r>
              <a:rPr lang="en-AU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 Walkthrough (Sample Dashboard)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F0F6F74-8C66-8476-C3C7-3CF1600F59C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070"/>
          <a:stretch/>
        </p:blipFill>
        <p:spPr bwMode="auto">
          <a:xfrm>
            <a:off x="1706880" y="1432560"/>
            <a:ext cx="11216640" cy="524256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4E44E421-F970-C826-E92F-FB126003F474}"/>
                  </a:ext>
                </a:extLst>
              </p14:cNvPr>
              <p14:cNvContentPartPr/>
              <p14:nvPr/>
            </p14:nvContentPartPr>
            <p14:xfrm>
              <a:off x="1905000" y="2895600"/>
              <a:ext cx="756864" cy="1152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4E44E421-F970-C826-E92F-FB126003F474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850990" y="2550000"/>
                <a:ext cx="864524" cy="691200"/>
              </a:xfrm>
              <a:prstGeom prst="rect">
                <a:avLst/>
              </a:prstGeom>
            </p:spPr>
          </p:pic>
        </mc:Fallback>
      </mc:AlternateContent>
      <p:graphicFrame>
        <p:nvGraphicFramePr>
          <p:cNvPr id="7" name="Diagram 6">
            <a:extLst>
              <a:ext uri="{FF2B5EF4-FFF2-40B4-BE49-F238E27FC236}">
                <a16:creationId xmlns:a16="http://schemas.microsoft.com/office/drawing/2014/main" id="{47F37A77-1382-A6D3-766C-9709FF3CD5E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73089448"/>
              </p:ext>
            </p:extLst>
          </p:nvPr>
        </p:nvGraphicFramePr>
        <p:xfrm>
          <a:off x="868045" y="6431280"/>
          <a:ext cx="13274675" cy="10972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</p:spTree>
    <p:extLst>
      <p:ext uri="{BB962C8B-B14F-4D97-AF65-F5344CB8AC3E}">
        <p14:creationId xmlns:p14="http://schemas.microsoft.com/office/powerpoint/2010/main" val="24807739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ECCBA7-7F3C-1344-D7AD-6C96902A2D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128932-F355-3450-9BFC-ABA6FED122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0263" y="474269"/>
            <a:ext cx="11549886" cy="714042"/>
          </a:xfrm>
        </p:spPr>
        <p:txBody>
          <a:bodyPr/>
          <a:lstStyle/>
          <a:p>
            <a:r>
              <a:rPr lang="en-AU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Sections of AMP Dashboard</a:t>
            </a:r>
            <a:endParaRPr lang="en-AU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7682EF3C-FADA-79E7-2E9D-FBB3B22A5E7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288464"/>
              </p:ext>
            </p:extLst>
          </p:nvPr>
        </p:nvGraphicFramePr>
        <p:xfrm>
          <a:off x="868045" y="6431280"/>
          <a:ext cx="13274675" cy="10972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9" name="Text 0">
            <a:extLst>
              <a:ext uri="{FF2B5EF4-FFF2-40B4-BE49-F238E27FC236}">
                <a16:creationId xmlns:a16="http://schemas.microsoft.com/office/drawing/2014/main" id="{AACE21FA-E40B-49E8-C680-7FEA288E323A}"/>
              </a:ext>
            </a:extLst>
          </p:cNvPr>
          <p:cNvSpPr/>
          <p:nvPr/>
        </p:nvSpPr>
        <p:spPr>
          <a:xfrm>
            <a:off x="1544703" y="465170"/>
            <a:ext cx="896624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endParaRPr lang="en-US" sz="44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Text 1">
            <a:extLst>
              <a:ext uri="{FF2B5EF4-FFF2-40B4-BE49-F238E27FC236}">
                <a16:creationId xmlns:a16="http://schemas.microsoft.com/office/drawing/2014/main" id="{497B29F2-1C26-D1BF-ECD3-1352CA266BA5}"/>
              </a:ext>
            </a:extLst>
          </p:cNvPr>
          <p:cNvSpPr/>
          <p:nvPr/>
        </p:nvSpPr>
        <p:spPr>
          <a:xfrm>
            <a:off x="1544703" y="174092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400" b="1" dirty="0">
                <a:solidFill>
                  <a:srgbClr val="201B18"/>
                </a:solidFill>
                <a:latin typeface="Times New Roman" panose="02020603050405020304" pitchFamily="18" charset="0"/>
                <a:ea typeface="Platypi Medium" pitchFamily="34" charset="-122"/>
                <a:cs typeface="Times New Roman" panose="02020603050405020304" pitchFamily="18" charset="0"/>
              </a:rPr>
              <a:t>Dynamic Title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Text 2">
            <a:extLst>
              <a:ext uri="{FF2B5EF4-FFF2-40B4-BE49-F238E27FC236}">
                <a16:creationId xmlns:a16="http://schemas.microsoft.com/office/drawing/2014/main" id="{3B6F7AF0-295D-1AA9-E7BF-3BD5FD2EA5D8}"/>
              </a:ext>
            </a:extLst>
          </p:cNvPr>
          <p:cNvSpPr/>
          <p:nvPr/>
        </p:nvSpPr>
        <p:spPr>
          <a:xfrm>
            <a:off x="1544703" y="2322069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2000" dirty="0">
                <a:solidFill>
                  <a:srgbClr val="504C49"/>
                </a:solidFill>
                <a:latin typeface="Times New Roman" panose="02020603050405020304" pitchFamily="18" charset="0"/>
                <a:ea typeface="Source Serif Pro" pitchFamily="34" charset="-122"/>
                <a:cs typeface="Times New Roman" panose="02020603050405020304" pitchFamily="18" charset="0"/>
              </a:rPr>
              <a:t>Shows asset type + ID (e.g., Drill XXXXYY-ZZ)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Text 3">
            <a:extLst>
              <a:ext uri="{FF2B5EF4-FFF2-40B4-BE49-F238E27FC236}">
                <a16:creationId xmlns:a16="http://schemas.microsoft.com/office/drawing/2014/main" id="{5030644A-94CE-1879-C881-4AC5F8B50994}"/>
              </a:ext>
            </a:extLst>
          </p:cNvPr>
          <p:cNvSpPr/>
          <p:nvPr/>
        </p:nvSpPr>
        <p:spPr>
          <a:xfrm>
            <a:off x="1544703" y="291178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400" b="1" dirty="0">
                <a:solidFill>
                  <a:srgbClr val="201B18"/>
                </a:solidFill>
                <a:latin typeface="Times New Roman" panose="02020603050405020304" pitchFamily="18" charset="0"/>
                <a:ea typeface="Platypi Medium" pitchFamily="34" charset="-122"/>
                <a:cs typeface="Times New Roman" panose="02020603050405020304" pitchFamily="18" charset="0"/>
              </a:rPr>
              <a:t>Slicer by Asset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Text 4">
            <a:extLst>
              <a:ext uri="{FF2B5EF4-FFF2-40B4-BE49-F238E27FC236}">
                <a16:creationId xmlns:a16="http://schemas.microsoft.com/office/drawing/2014/main" id="{AB2C3AFE-6C07-3DB3-DDD6-53257DA13DF4}"/>
              </a:ext>
            </a:extLst>
          </p:cNvPr>
          <p:cNvSpPr/>
          <p:nvPr/>
        </p:nvSpPr>
        <p:spPr>
          <a:xfrm>
            <a:off x="1544703" y="3492929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2000" dirty="0">
                <a:solidFill>
                  <a:srgbClr val="504C49"/>
                </a:solidFill>
                <a:latin typeface="Times New Roman" panose="02020603050405020304" pitchFamily="18" charset="0"/>
                <a:ea typeface="Source Serif Pro" pitchFamily="34" charset="-122"/>
                <a:cs typeface="Times New Roman" panose="02020603050405020304" pitchFamily="18" charset="0"/>
              </a:rPr>
              <a:t>Filters entire dashboard instantly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Text 5">
            <a:extLst>
              <a:ext uri="{FF2B5EF4-FFF2-40B4-BE49-F238E27FC236}">
                <a16:creationId xmlns:a16="http://schemas.microsoft.com/office/drawing/2014/main" id="{DF5B9CBE-55E8-E181-E9C3-179AA62472F8}"/>
              </a:ext>
            </a:extLst>
          </p:cNvPr>
          <p:cNvSpPr/>
          <p:nvPr/>
        </p:nvSpPr>
        <p:spPr>
          <a:xfrm>
            <a:off x="1544703" y="408264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400" b="1" dirty="0">
                <a:solidFill>
                  <a:srgbClr val="201B18"/>
                </a:solidFill>
                <a:latin typeface="Times New Roman" panose="02020603050405020304" pitchFamily="18" charset="0"/>
                <a:ea typeface="Platypi Medium" pitchFamily="34" charset="-122"/>
                <a:cs typeface="Times New Roman" panose="02020603050405020304" pitchFamily="18" charset="0"/>
              </a:rPr>
              <a:t>Lifecycle Cost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Text 6">
            <a:extLst>
              <a:ext uri="{FF2B5EF4-FFF2-40B4-BE49-F238E27FC236}">
                <a16:creationId xmlns:a16="http://schemas.microsoft.com/office/drawing/2014/main" id="{F91C2724-2D0A-A20E-B137-D10B1ADAF6F9}"/>
              </a:ext>
            </a:extLst>
          </p:cNvPr>
          <p:cNvSpPr/>
          <p:nvPr/>
        </p:nvSpPr>
        <p:spPr>
          <a:xfrm>
            <a:off x="1544703" y="4663790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2000" dirty="0">
                <a:solidFill>
                  <a:srgbClr val="504C49"/>
                </a:solidFill>
                <a:latin typeface="Times New Roman" panose="02020603050405020304" pitchFamily="18" charset="0"/>
                <a:ea typeface="Source Serif Pro" pitchFamily="34" charset="-122"/>
                <a:cs typeface="Times New Roman" panose="02020603050405020304" pitchFamily="18" charset="0"/>
              </a:rPr>
              <a:t>Estimated Value, Replace Cost, Repair Cost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Text 7">
            <a:extLst>
              <a:ext uri="{FF2B5EF4-FFF2-40B4-BE49-F238E27FC236}">
                <a16:creationId xmlns:a16="http://schemas.microsoft.com/office/drawing/2014/main" id="{F05FB30B-907D-28C0-90D7-7203728985AA}"/>
              </a:ext>
            </a:extLst>
          </p:cNvPr>
          <p:cNvSpPr/>
          <p:nvPr/>
        </p:nvSpPr>
        <p:spPr>
          <a:xfrm>
            <a:off x="8350434" y="174092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400" b="1" dirty="0">
                <a:solidFill>
                  <a:srgbClr val="201B18"/>
                </a:solidFill>
                <a:latin typeface="Times New Roman" panose="02020603050405020304" pitchFamily="18" charset="0"/>
                <a:ea typeface="Platypi Medium" pitchFamily="34" charset="-122"/>
                <a:cs typeface="Times New Roman" panose="02020603050405020304" pitchFamily="18" charset="0"/>
              </a:rPr>
              <a:t>Asset Condition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Text 8">
            <a:extLst>
              <a:ext uri="{FF2B5EF4-FFF2-40B4-BE49-F238E27FC236}">
                <a16:creationId xmlns:a16="http://schemas.microsoft.com/office/drawing/2014/main" id="{1CE8A84E-4421-3DE8-A13D-07FB1A8DF4C4}"/>
              </a:ext>
            </a:extLst>
          </p:cNvPr>
          <p:cNvSpPr/>
          <p:nvPr/>
        </p:nvSpPr>
        <p:spPr>
          <a:xfrm>
            <a:off x="8350434" y="2322069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2000" dirty="0">
                <a:solidFill>
                  <a:srgbClr val="504C49"/>
                </a:solidFill>
                <a:latin typeface="Times New Roman" panose="02020603050405020304" pitchFamily="18" charset="0"/>
                <a:ea typeface="Source Serif Pro" pitchFamily="34" charset="-122"/>
                <a:cs typeface="Times New Roman" panose="02020603050405020304" pitchFamily="18" charset="0"/>
              </a:rPr>
              <a:t>Gauges for Vulnerability &amp; Financial Risk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Text 9">
            <a:extLst>
              <a:ext uri="{FF2B5EF4-FFF2-40B4-BE49-F238E27FC236}">
                <a16:creationId xmlns:a16="http://schemas.microsoft.com/office/drawing/2014/main" id="{589B7565-FFE0-E05E-DD4C-AF2F61904694}"/>
              </a:ext>
            </a:extLst>
          </p:cNvPr>
          <p:cNvSpPr/>
          <p:nvPr/>
        </p:nvSpPr>
        <p:spPr>
          <a:xfrm>
            <a:off x="8350434" y="2764267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2000" dirty="0">
                <a:solidFill>
                  <a:srgbClr val="504C49"/>
                </a:solidFill>
                <a:latin typeface="Times New Roman" panose="02020603050405020304" pitchFamily="18" charset="0"/>
                <a:ea typeface="Source Serif Pro" pitchFamily="34" charset="-122"/>
                <a:cs typeface="Times New Roman" panose="02020603050405020304" pitchFamily="18" charset="0"/>
              </a:rPr>
              <a:t>Traffic light colors (Green, Yellow, Red)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Text 10">
            <a:extLst>
              <a:ext uri="{FF2B5EF4-FFF2-40B4-BE49-F238E27FC236}">
                <a16:creationId xmlns:a16="http://schemas.microsoft.com/office/drawing/2014/main" id="{8A03732E-49CF-61E0-289E-52783F6385A8}"/>
              </a:ext>
            </a:extLst>
          </p:cNvPr>
          <p:cNvSpPr/>
          <p:nvPr/>
        </p:nvSpPr>
        <p:spPr>
          <a:xfrm>
            <a:off x="8350434" y="3353983"/>
            <a:ext cx="334291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400" b="1" dirty="0">
                <a:solidFill>
                  <a:srgbClr val="201B18"/>
                </a:solidFill>
                <a:latin typeface="Times New Roman" panose="02020603050405020304" pitchFamily="18" charset="0"/>
                <a:ea typeface="Platypi Medium" pitchFamily="34" charset="-122"/>
                <a:cs typeface="Times New Roman" panose="02020603050405020304" pitchFamily="18" charset="0"/>
              </a:rPr>
              <a:t>Maintenance &amp; Outages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Text 11">
            <a:extLst>
              <a:ext uri="{FF2B5EF4-FFF2-40B4-BE49-F238E27FC236}">
                <a16:creationId xmlns:a16="http://schemas.microsoft.com/office/drawing/2014/main" id="{D9FBCFF9-8EE0-CCF7-FDC5-3D605EE247CF}"/>
              </a:ext>
            </a:extLst>
          </p:cNvPr>
          <p:cNvSpPr/>
          <p:nvPr/>
        </p:nvSpPr>
        <p:spPr>
          <a:xfrm>
            <a:off x="8350434" y="3935127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2000" dirty="0">
                <a:solidFill>
                  <a:srgbClr val="504C49"/>
                </a:solidFill>
                <a:latin typeface="Times New Roman" panose="02020603050405020304" pitchFamily="18" charset="0"/>
                <a:ea typeface="Source Serif Pro" pitchFamily="34" charset="-122"/>
                <a:cs typeface="Times New Roman" panose="02020603050405020304" pitchFamily="18" charset="0"/>
              </a:rPr>
              <a:t>XX01 vs XX03 → Pie + Bar charts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Text 12">
            <a:extLst>
              <a:ext uri="{FF2B5EF4-FFF2-40B4-BE49-F238E27FC236}">
                <a16:creationId xmlns:a16="http://schemas.microsoft.com/office/drawing/2014/main" id="{023A852F-B10F-76DB-8711-92E044B96671}"/>
              </a:ext>
            </a:extLst>
          </p:cNvPr>
          <p:cNvSpPr/>
          <p:nvPr/>
        </p:nvSpPr>
        <p:spPr>
          <a:xfrm>
            <a:off x="8350434" y="4377325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2000" dirty="0">
                <a:solidFill>
                  <a:srgbClr val="504C49"/>
                </a:solidFill>
                <a:latin typeface="Times New Roman" panose="02020603050405020304" pitchFamily="18" charset="0"/>
                <a:ea typeface="Source Serif Pro" pitchFamily="34" charset="-122"/>
                <a:cs typeface="Times New Roman" panose="02020603050405020304" pitchFamily="18" charset="0"/>
              </a:rPr>
              <a:t>Matrix for defect counts (X1–X4)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" name="Text 13">
            <a:extLst>
              <a:ext uri="{FF2B5EF4-FFF2-40B4-BE49-F238E27FC236}">
                <a16:creationId xmlns:a16="http://schemas.microsoft.com/office/drawing/2014/main" id="{292720CA-3241-2BB7-558B-0318D3AB1E4D}"/>
              </a:ext>
            </a:extLst>
          </p:cNvPr>
          <p:cNvSpPr/>
          <p:nvPr/>
        </p:nvSpPr>
        <p:spPr>
          <a:xfrm>
            <a:off x="8350434" y="496704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400" b="1" dirty="0">
                <a:solidFill>
                  <a:srgbClr val="201B18"/>
                </a:solidFill>
                <a:latin typeface="Times New Roman" panose="02020603050405020304" pitchFamily="18" charset="0"/>
                <a:ea typeface="Platypi Medium" pitchFamily="34" charset="-122"/>
                <a:cs typeface="Times New Roman" panose="02020603050405020304" pitchFamily="18" charset="0"/>
              </a:rPr>
              <a:t>Executive Summary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Text 14">
            <a:extLst>
              <a:ext uri="{FF2B5EF4-FFF2-40B4-BE49-F238E27FC236}">
                <a16:creationId xmlns:a16="http://schemas.microsoft.com/office/drawing/2014/main" id="{44A44106-9F47-BCED-28F6-7076B42741D3}"/>
              </a:ext>
            </a:extLst>
          </p:cNvPr>
          <p:cNvSpPr/>
          <p:nvPr/>
        </p:nvSpPr>
        <p:spPr>
          <a:xfrm>
            <a:off x="8350434" y="5548186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2000" dirty="0">
                <a:solidFill>
                  <a:srgbClr val="504C49"/>
                </a:solidFill>
                <a:latin typeface="Times New Roman" panose="02020603050405020304" pitchFamily="18" charset="0"/>
                <a:ea typeface="Source Serif Pro" pitchFamily="34" charset="-122"/>
                <a:cs typeface="Times New Roman" panose="02020603050405020304" pitchFamily="18" charset="0"/>
              </a:rPr>
              <a:t>Auto-generated insights via DAX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336265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37D5C8-2097-BB63-246E-5B931DD863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6D4DD1-32FF-D5DA-A23A-9FF59A672E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0263" y="474269"/>
            <a:ext cx="11549886" cy="714042"/>
          </a:xfrm>
        </p:spPr>
        <p:txBody>
          <a:bodyPr/>
          <a:lstStyle/>
          <a:p>
            <a:r>
              <a:rPr lang="en-AU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Validation &amp; Demo Feedback</a:t>
            </a:r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C2F4007A-3FB3-691A-A6EA-6E990F49B02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4995770"/>
              </p:ext>
            </p:extLst>
          </p:nvPr>
        </p:nvGraphicFramePr>
        <p:xfrm>
          <a:off x="868045" y="6431280"/>
          <a:ext cx="13274675" cy="10972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5" name="Shape 1">
            <a:extLst>
              <a:ext uri="{FF2B5EF4-FFF2-40B4-BE49-F238E27FC236}">
                <a16:creationId xmlns:a16="http://schemas.microsoft.com/office/drawing/2014/main" id="{D3B07B93-86D7-CF80-A3F0-098B920B8245}"/>
              </a:ext>
            </a:extLst>
          </p:cNvPr>
          <p:cNvSpPr/>
          <p:nvPr/>
        </p:nvSpPr>
        <p:spPr>
          <a:xfrm>
            <a:off x="990600" y="2057400"/>
            <a:ext cx="4196358" cy="2837855"/>
          </a:xfrm>
          <a:prstGeom prst="roundRect">
            <a:avLst>
              <a:gd name="adj" fmla="val 1199"/>
            </a:avLst>
          </a:prstGeom>
          <a:solidFill>
            <a:srgbClr val="F9F7F7"/>
          </a:solidFill>
          <a:ln/>
        </p:spPr>
      </p:sp>
      <p:sp>
        <p:nvSpPr>
          <p:cNvPr id="16" name="Text 2">
            <a:extLst>
              <a:ext uri="{FF2B5EF4-FFF2-40B4-BE49-F238E27FC236}">
                <a16:creationId xmlns:a16="http://schemas.microsoft.com/office/drawing/2014/main" id="{3FA516AD-4653-7C7A-66CD-55F099F8552B}"/>
              </a:ext>
            </a:extLst>
          </p:cNvPr>
          <p:cNvSpPr/>
          <p:nvPr/>
        </p:nvSpPr>
        <p:spPr>
          <a:xfrm>
            <a:off x="1217414" y="228421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Platypi Medium" pitchFamily="34" charset="-122"/>
                <a:cs typeface="Times New Roman" panose="02020603050405020304" pitchFamily="18" charset="0"/>
              </a:rPr>
              <a:t>Internal Testing</a:t>
            </a:r>
            <a:endParaRPr lang="en-US" sz="2400" b="1" dirty="0">
              <a:solidFill>
                <a:schemeClr val="tx1">
                  <a:lumMod val="85000"/>
                  <a:lumOff val="1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3">
            <a:extLst>
              <a:ext uri="{FF2B5EF4-FFF2-40B4-BE49-F238E27FC236}">
                <a16:creationId xmlns:a16="http://schemas.microsoft.com/office/drawing/2014/main" id="{19BF9EC0-70EF-C930-833F-BEEFAF5EE55D}"/>
              </a:ext>
            </a:extLst>
          </p:cNvPr>
          <p:cNvSpPr/>
          <p:nvPr/>
        </p:nvSpPr>
        <p:spPr>
          <a:xfrm>
            <a:off x="1217414" y="2774632"/>
            <a:ext cx="374273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Source Serif Pro" pitchFamily="34" charset="-122"/>
                <a:cs typeface="Times New Roman" panose="02020603050405020304" pitchFamily="18" charset="0"/>
              </a:rPr>
              <a:t>Verified filtering and logic across Drill, Crane, Truck</a:t>
            </a:r>
            <a:endParaRPr lang="en-US" sz="2000" dirty="0">
              <a:solidFill>
                <a:schemeClr val="tx1">
                  <a:lumMod val="85000"/>
                  <a:lumOff val="1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Shape 4">
            <a:extLst>
              <a:ext uri="{FF2B5EF4-FFF2-40B4-BE49-F238E27FC236}">
                <a16:creationId xmlns:a16="http://schemas.microsoft.com/office/drawing/2014/main" id="{678447A7-4AE1-0F11-016F-7D3FC7F1601C}"/>
              </a:ext>
            </a:extLst>
          </p:cNvPr>
          <p:cNvSpPr/>
          <p:nvPr/>
        </p:nvSpPr>
        <p:spPr>
          <a:xfrm>
            <a:off x="5413772" y="2057400"/>
            <a:ext cx="4196358" cy="2837855"/>
          </a:xfrm>
          <a:prstGeom prst="roundRect">
            <a:avLst>
              <a:gd name="adj" fmla="val 1199"/>
            </a:avLst>
          </a:prstGeom>
          <a:solidFill>
            <a:srgbClr val="F9F7F7"/>
          </a:solidFill>
          <a:ln/>
        </p:spPr>
      </p:sp>
      <p:sp>
        <p:nvSpPr>
          <p:cNvPr id="19" name="Text 5">
            <a:extLst>
              <a:ext uri="{FF2B5EF4-FFF2-40B4-BE49-F238E27FC236}">
                <a16:creationId xmlns:a16="http://schemas.microsoft.com/office/drawing/2014/main" id="{8E228937-8148-63EE-CD52-A1A8C843FD09}"/>
              </a:ext>
            </a:extLst>
          </p:cNvPr>
          <p:cNvSpPr/>
          <p:nvPr/>
        </p:nvSpPr>
        <p:spPr>
          <a:xfrm>
            <a:off x="5640586" y="228421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Platypi Medium" pitchFamily="34" charset="-122"/>
                <a:cs typeface="Times New Roman" panose="02020603050405020304" pitchFamily="18" charset="0"/>
              </a:rPr>
              <a:t>Stakeholder</a:t>
            </a:r>
            <a:r>
              <a:rPr lang="en-US" sz="2400" b="1" dirty="0">
                <a:solidFill>
                  <a:srgbClr val="504C49"/>
                </a:solidFill>
                <a:latin typeface="Times New Roman" panose="02020603050405020304" pitchFamily="18" charset="0"/>
                <a:ea typeface="Platypi Medium" pitchFamily="34" charset="-122"/>
                <a:cs typeface="Times New Roman" panose="02020603050405020304" pitchFamily="18" charset="0"/>
              </a:rPr>
              <a:t> </a:t>
            </a:r>
            <a:r>
              <a:rPr lang="en-US" sz="2400" b="1" dirty="0">
                <a:latin typeface="Times New Roman" panose="02020603050405020304" pitchFamily="18" charset="0"/>
                <a:ea typeface="Platypi Medium" pitchFamily="34" charset="-122"/>
                <a:cs typeface="Times New Roman" panose="02020603050405020304" pitchFamily="18" charset="0"/>
              </a:rPr>
              <a:t>Demo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6">
            <a:extLst>
              <a:ext uri="{FF2B5EF4-FFF2-40B4-BE49-F238E27FC236}">
                <a16:creationId xmlns:a16="http://schemas.microsoft.com/office/drawing/2014/main" id="{19808640-E9E4-6F46-2F1B-55D86B967DC4}"/>
              </a:ext>
            </a:extLst>
          </p:cNvPr>
          <p:cNvSpPr/>
          <p:nvPr/>
        </p:nvSpPr>
        <p:spPr>
          <a:xfrm>
            <a:off x="5640586" y="2774632"/>
            <a:ext cx="374273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Source Serif Pro" pitchFamily="34" charset="-122"/>
                <a:cs typeface="Times New Roman" panose="02020603050405020304" pitchFamily="18" charset="0"/>
              </a:rPr>
              <a:t>Walkthrough with Secora team</a:t>
            </a:r>
            <a:endParaRPr lang="en-US" sz="2000" dirty="0">
              <a:solidFill>
                <a:schemeClr val="tx1">
                  <a:lumMod val="85000"/>
                  <a:lumOff val="1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Shape 7">
            <a:extLst>
              <a:ext uri="{FF2B5EF4-FFF2-40B4-BE49-F238E27FC236}">
                <a16:creationId xmlns:a16="http://schemas.microsoft.com/office/drawing/2014/main" id="{6E2C9F46-EAC5-2EF0-25ED-F21951E1C3B6}"/>
              </a:ext>
            </a:extLst>
          </p:cNvPr>
          <p:cNvSpPr/>
          <p:nvPr/>
        </p:nvSpPr>
        <p:spPr>
          <a:xfrm>
            <a:off x="9836943" y="2057400"/>
            <a:ext cx="4196358" cy="2837855"/>
          </a:xfrm>
          <a:prstGeom prst="roundRect">
            <a:avLst>
              <a:gd name="adj" fmla="val 1199"/>
            </a:avLst>
          </a:prstGeom>
          <a:solidFill>
            <a:srgbClr val="F9F7F7"/>
          </a:solidFill>
          <a:ln/>
        </p:spPr>
      </p:sp>
      <p:sp>
        <p:nvSpPr>
          <p:cNvPr id="22" name="Text 8">
            <a:extLst>
              <a:ext uri="{FF2B5EF4-FFF2-40B4-BE49-F238E27FC236}">
                <a16:creationId xmlns:a16="http://schemas.microsoft.com/office/drawing/2014/main" id="{0E472848-7A11-CDCE-9DE0-E00D57F476A9}"/>
              </a:ext>
            </a:extLst>
          </p:cNvPr>
          <p:cNvSpPr/>
          <p:nvPr/>
        </p:nvSpPr>
        <p:spPr>
          <a:xfrm>
            <a:off x="10063758" y="228421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Platypi Medium" pitchFamily="34" charset="-122"/>
                <a:cs typeface="Times New Roman" panose="02020603050405020304" pitchFamily="18" charset="0"/>
              </a:rPr>
              <a:t>Positive</a:t>
            </a:r>
            <a:r>
              <a:rPr lang="en-US" sz="2400" b="1" dirty="0">
                <a:solidFill>
                  <a:srgbClr val="504C49"/>
                </a:solidFill>
                <a:latin typeface="Times New Roman" panose="02020603050405020304" pitchFamily="18" charset="0"/>
                <a:ea typeface="Platypi Medium" pitchFamily="34" charset="-122"/>
                <a:cs typeface="Times New Roman" panose="02020603050405020304" pitchFamily="18" charset="0"/>
              </a:rPr>
              <a:t> </a:t>
            </a:r>
            <a:r>
              <a:rPr lang="en-U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Platypi Medium" pitchFamily="34" charset="-122"/>
                <a:cs typeface="Times New Roman" panose="02020603050405020304" pitchFamily="18" charset="0"/>
              </a:rPr>
              <a:t>Feedback</a:t>
            </a:r>
            <a:endParaRPr lang="en-US" sz="2400" b="1" dirty="0">
              <a:solidFill>
                <a:schemeClr val="tx1">
                  <a:lumMod val="85000"/>
                  <a:lumOff val="1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9">
            <a:extLst>
              <a:ext uri="{FF2B5EF4-FFF2-40B4-BE49-F238E27FC236}">
                <a16:creationId xmlns:a16="http://schemas.microsoft.com/office/drawing/2014/main" id="{C4A304C4-D9C8-80A4-F832-5EF6674742C2}"/>
              </a:ext>
            </a:extLst>
          </p:cNvPr>
          <p:cNvSpPr/>
          <p:nvPr/>
        </p:nvSpPr>
        <p:spPr>
          <a:xfrm>
            <a:off x="10063758" y="2774632"/>
            <a:ext cx="374273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Source Serif Pro" pitchFamily="34" charset="-122"/>
                <a:cs typeface="Times New Roman" panose="02020603050405020304" pitchFamily="18" charset="0"/>
              </a:rPr>
              <a:t>Easy to use, good layout, insightful summaries</a:t>
            </a:r>
            <a:endParaRPr lang="en-US" sz="2000" dirty="0">
              <a:solidFill>
                <a:schemeClr val="tx1">
                  <a:lumMod val="85000"/>
                  <a:lumOff val="1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 10">
            <a:extLst>
              <a:ext uri="{FF2B5EF4-FFF2-40B4-BE49-F238E27FC236}">
                <a16:creationId xmlns:a16="http://schemas.microsoft.com/office/drawing/2014/main" id="{0B47D41D-5DC0-C809-7257-3A75EC82F3B9}"/>
              </a:ext>
            </a:extLst>
          </p:cNvPr>
          <p:cNvSpPr/>
          <p:nvPr/>
        </p:nvSpPr>
        <p:spPr>
          <a:xfrm>
            <a:off x="10063758" y="3579733"/>
            <a:ext cx="374273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Source Serif Pro" pitchFamily="34" charset="-122"/>
                <a:cs typeface="Times New Roman" panose="02020603050405020304" pitchFamily="18" charset="0"/>
              </a:rPr>
              <a:t>Liked dynamic filtering and narrative (WHAT – SO WHAT – NOW WHAT)</a:t>
            </a:r>
            <a:endParaRPr lang="en-US" sz="2000" dirty="0">
              <a:solidFill>
                <a:schemeClr val="tx1">
                  <a:lumMod val="85000"/>
                  <a:lumOff val="1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809491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04DF70-371F-3AF1-C226-04E4F394DF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9233D0-1841-C126-6B18-94B94FB06B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0263" y="474269"/>
            <a:ext cx="11549886" cy="714042"/>
          </a:xfrm>
        </p:spPr>
        <p:txBody>
          <a:bodyPr/>
          <a:lstStyle/>
          <a:p>
            <a:r>
              <a:rPr lang="en-AU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Value Delivered to Secora</a:t>
            </a:r>
            <a:endParaRPr lang="en-AU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7" name="Diagram 6">
            <a:extLst>
              <a:ext uri="{FF2B5EF4-FFF2-40B4-BE49-F238E27FC236}">
                <a16:creationId xmlns:a16="http://schemas.microsoft.com/office/drawing/2014/main" id="{0D967EE2-8E92-3EA7-A316-610CBD32B67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77185158"/>
              </p:ext>
            </p:extLst>
          </p:nvPr>
        </p:nvGraphicFramePr>
        <p:xfrm>
          <a:off x="838200" y="6488073"/>
          <a:ext cx="13274675" cy="10972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0" name="Shape 1">
            <a:extLst>
              <a:ext uri="{FF2B5EF4-FFF2-40B4-BE49-F238E27FC236}">
                <a16:creationId xmlns:a16="http://schemas.microsoft.com/office/drawing/2014/main" id="{D0AEE4BC-6EBC-2A78-F95B-AD73293112EC}"/>
              </a:ext>
            </a:extLst>
          </p:cNvPr>
          <p:cNvSpPr/>
          <p:nvPr/>
        </p:nvSpPr>
        <p:spPr>
          <a:xfrm>
            <a:off x="2082284" y="1369933"/>
            <a:ext cx="510302" cy="510302"/>
          </a:xfrm>
          <a:prstGeom prst="roundRect">
            <a:avLst>
              <a:gd name="adj" fmla="val 6667"/>
            </a:avLst>
          </a:prstGeom>
          <a:solidFill>
            <a:srgbClr val="F9F7F7"/>
          </a:solidFill>
          <a:ln/>
        </p:spPr>
      </p:sp>
      <p:pic>
        <p:nvPicPr>
          <p:cNvPr id="21" name="Image 1" descr="preencoded.png">
            <a:extLst>
              <a:ext uri="{FF2B5EF4-FFF2-40B4-BE49-F238E27FC236}">
                <a16:creationId xmlns:a16="http://schemas.microsoft.com/office/drawing/2014/main" id="{25DBC50A-E8DF-F1E5-C32E-2EC4DF0AE35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167354" y="1412439"/>
            <a:ext cx="340162" cy="425291"/>
          </a:xfrm>
          <a:prstGeom prst="rect">
            <a:avLst/>
          </a:prstGeom>
        </p:spPr>
      </p:pic>
      <p:sp>
        <p:nvSpPr>
          <p:cNvPr id="22" name="Text 2">
            <a:extLst>
              <a:ext uri="{FF2B5EF4-FFF2-40B4-BE49-F238E27FC236}">
                <a16:creationId xmlns:a16="http://schemas.microsoft.com/office/drawing/2014/main" id="{4C220446-0107-21F2-0875-5310A3E4C444}"/>
              </a:ext>
            </a:extLst>
          </p:cNvPr>
          <p:cNvSpPr/>
          <p:nvPr/>
        </p:nvSpPr>
        <p:spPr>
          <a:xfrm>
            <a:off x="2819400" y="144780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chemeClr val="tx1"/>
                </a:solidFill>
                <a:latin typeface="Times New Roman" panose="02020603050405020304" pitchFamily="18" charset="0"/>
                <a:ea typeface="Platypi Medium" pitchFamily="34" charset="-122"/>
                <a:cs typeface="Times New Roman" panose="02020603050405020304" pitchFamily="18" charset="0"/>
              </a:rPr>
              <a:t>Faster Asset Review</a:t>
            </a:r>
            <a:endParaRPr lang="en-US" sz="2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3">
            <a:extLst>
              <a:ext uri="{FF2B5EF4-FFF2-40B4-BE49-F238E27FC236}">
                <a16:creationId xmlns:a16="http://schemas.microsoft.com/office/drawing/2014/main" id="{05177951-A07E-450A-D192-72402429D656}"/>
              </a:ext>
            </a:extLst>
          </p:cNvPr>
          <p:cNvSpPr/>
          <p:nvPr/>
        </p:nvSpPr>
        <p:spPr>
          <a:xfrm>
            <a:off x="2819400" y="1938219"/>
            <a:ext cx="731520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Source Serif Pro" pitchFamily="34" charset="-122"/>
                <a:cs typeface="Times New Roman" panose="02020603050405020304" pitchFamily="18" charset="0"/>
              </a:rPr>
              <a:t>Key metrics on a single page - no multi-tab reports</a:t>
            </a:r>
            <a:endParaRPr lang="en-US" sz="2000" dirty="0">
              <a:solidFill>
                <a:schemeClr val="tx1">
                  <a:lumMod val="85000"/>
                  <a:lumOff val="1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Shape 4">
            <a:extLst>
              <a:ext uri="{FF2B5EF4-FFF2-40B4-BE49-F238E27FC236}">
                <a16:creationId xmlns:a16="http://schemas.microsoft.com/office/drawing/2014/main" id="{944C8A22-CF8A-F35B-A72A-38C71083DAD8}"/>
              </a:ext>
            </a:extLst>
          </p:cNvPr>
          <p:cNvSpPr/>
          <p:nvPr/>
        </p:nvSpPr>
        <p:spPr>
          <a:xfrm>
            <a:off x="2082284" y="2754749"/>
            <a:ext cx="510302" cy="510302"/>
          </a:xfrm>
          <a:prstGeom prst="roundRect">
            <a:avLst>
              <a:gd name="adj" fmla="val 6667"/>
            </a:avLst>
          </a:prstGeom>
          <a:solidFill>
            <a:srgbClr val="F9F7F7"/>
          </a:solidFill>
          <a:ln/>
        </p:spPr>
      </p:sp>
      <p:pic>
        <p:nvPicPr>
          <p:cNvPr id="25" name="Image 2" descr="preencoded.png">
            <a:extLst>
              <a:ext uri="{FF2B5EF4-FFF2-40B4-BE49-F238E27FC236}">
                <a16:creationId xmlns:a16="http://schemas.microsoft.com/office/drawing/2014/main" id="{EF506C49-DF91-2813-7CED-F478791A08F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167354" y="2797254"/>
            <a:ext cx="340162" cy="425291"/>
          </a:xfrm>
          <a:prstGeom prst="rect">
            <a:avLst/>
          </a:prstGeom>
        </p:spPr>
      </p:pic>
      <p:sp>
        <p:nvSpPr>
          <p:cNvPr id="26" name="Text 5">
            <a:extLst>
              <a:ext uri="{FF2B5EF4-FFF2-40B4-BE49-F238E27FC236}">
                <a16:creationId xmlns:a16="http://schemas.microsoft.com/office/drawing/2014/main" id="{CB135FFF-DA25-1AFF-F0D6-F747B3970017}"/>
              </a:ext>
            </a:extLst>
          </p:cNvPr>
          <p:cNvSpPr/>
          <p:nvPr/>
        </p:nvSpPr>
        <p:spPr>
          <a:xfrm>
            <a:off x="2819400" y="2832616"/>
            <a:ext cx="3749040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chemeClr val="tx1"/>
                </a:solidFill>
                <a:latin typeface="Times New Roman" panose="02020603050405020304" pitchFamily="18" charset="0"/>
                <a:ea typeface="Platypi Medium" pitchFamily="34" charset="-122"/>
                <a:cs typeface="Times New Roman" panose="02020603050405020304" pitchFamily="18" charset="0"/>
              </a:rPr>
              <a:t>Improved Decision-Making</a:t>
            </a:r>
            <a:endParaRPr lang="en-US" sz="2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 6">
            <a:extLst>
              <a:ext uri="{FF2B5EF4-FFF2-40B4-BE49-F238E27FC236}">
                <a16:creationId xmlns:a16="http://schemas.microsoft.com/office/drawing/2014/main" id="{D83847AC-F4BB-CF2E-2820-9673AC736F01}"/>
              </a:ext>
            </a:extLst>
          </p:cNvPr>
          <p:cNvSpPr/>
          <p:nvPr/>
        </p:nvSpPr>
        <p:spPr>
          <a:xfrm>
            <a:off x="2819400" y="3323035"/>
            <a:ext cx="731520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Source Serif Pro" pitchFamily="34" charset="-122"/>
                <a:cs typeface="Times New Roman" panose="02020603050405020304" pitchFamily="18" charset="0"/>
              </a:rPr>
              <a:t>Highlights high XX03 cost, missing CapEx → action points</a:t>
            </a:r>
            <a:endParaRPr lang="en-US" sz="2000" dirty="0">
              <a:solidFill>
                <a:schemeClr val="tx1">
                  <a:lumMod val="85000"/>
                  <a:lumOff val="1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Shape 7">
            <a:extLst>
              <a:ext uri="{FF2B5EF4-FFF2-40B4-BE49-F238E27FC236}">
                <a16:creationId xmlns:a16="http://schemas.microsoft.com/office/drawing/2014/main" id="{935FBF26-14D4-7915-8BE2-D925DE64EC33}"/>
              </a:ext>
            </a:extLst>
          </p:cNvPr>
          <p:cNvSpPr/>
          <p:nvPr/>
        </p:nvSpPr>
        <p:spPr>
          <a:xfrm>
            <a:off x="2082284" y="4139565"/>
            <a:ext cx="510302" cy="510302"/>
          </a:xfrm>
          <a:prstGeom prst="roundRect">
            <a:avLst>
              <a:gd name="adj" fmla="val 6667"/>
            </a:avLst>
          </a:prstGeom>
          <a:solidFill>
            <a:srgbClr val="F9F7F7"/>
          </a:solidFill>
          <a:ln/>
        </p:spPr>
      </p:sp>
      <p:pic>
        <p:nvPicPr>
          <p:cNvPr id="29" name="Image 3" descr="preencoded.png">
            <a:extLst>
              <a:ext uri="{FF2B5EF4-FFF2-40B4-BE49-F238E27FC236}">
                <a16:creationId xmlns:a16="http://schemas.microsoft.com/office/drawing/2014/main" id="{1F42D54F-8845-457C-D02C-149A9D3C683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167354" y="4182070"/>
            <a:ext cx="340162" cy="425291"/>
          </a:xfrm>
          <a:prstGeom prst="rect">
            <a:avLst/>
          </a:prstGeom>
        </p:spPr>
      </p:pic>
      <p:sp>
        <p:nvSpPr>
          <p:cNvPr id="30" name="Text 8">
            <a:extLst>
              <a:ext uri="{FF2B5EF4-FFF2-40B4-BE49-F238E27FC236}">
                <a16:creationId xmlns:a16="http://schemas.microsoft.com/office/drawing/2014/main" id="{F4A6933C-802E-8D21-75FC-BFB1DAB8BCBD}"/>
              </a:ext>
            </a:extLst>
          </p:cNvPr>
          <p:cNvSpPr/>
          <p:nvPr/>
        </p:nvSpPr>
        <p:spPr>
          <a:xfrm>
            <a:off x="2819400" y="4217432"/>
            <a:ext cx="310181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chemeClr val="tx1"/>
                </a:solidFill>
                <a:latin typeface="Times New Roman" panose="02020603050405020304" pitchFamily="18" charset="0"/>
                <a:ea typeface="Platypi Medium" pitchFamily="34" charset="-122"/>
                <a:cs typeface="Times New Roman" panose="02020603050405020304" pitchFamily="18" charset="0"/>
              </a:rPr>
              <a:t>No Report Duplication</a:t>
            </a:r>
            <a:endParaRPr lang="en-US" sz="2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Text 9">
            <a:extLst>
              <a:ext uri="{FF2B5EF4-FFF2-40B4-BE49-F238E27FC236}">
                <a16:creationId xmlns:a16="http://schemas.microsoft.com/office/drawing/2014/main" id="{0BBD47B7-6776-8F65-DBAB-DA9745E6CC73}"/>
              </a:ext>
            </a:extLst>
          </p:cNvPr>
          <p:cNvSpPr/>
          <p:nvPr/>
        </p:nvSpPr>
        <p:spPr>
          <a:xfrm>
            <a:off x="2819400" y="4707850"/>
            <a:ext cx="731520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Source Serif Pro" pitchFamily="34" charset="-122"/>
                <a:cs typeface="Times New Roman" panose="02020603050405020304" pitchFamily="18" charset="0"/>
              </a:rPr>
              <a:t>One reusable layout, filter by asset</a:t>
            </a:r>
            <a:endParaRPr lang="en-US" sz="2000" dirty="0">
              <a:solidFill>
                <a:schemeClr val="tx1">
                  <a:lumMod val="85000"/>
                  <a:lumOff val="1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Shape 10">
            <a:extLst>
              <a:ext uri="{FF2B5EF4-FFF2-40B4-BE49-F238E27FC236}">
                <a16:creationId xmlns:a16="http://schemas.microsoft.com/office/drawing/2014/main" id="{2530749E-B8F4-5672-A529-3C5F2F5EB7FD}"/>
              </a:ext>
            </a:extLst>
          </p:cNvPr>
          <p:cNvSpPr/>
          <p:nvPr/>
        </p:nvSpPr>
        <p:spPr>
          <a:xfrm>
            <a:off x="2082284" y="5524381"/>
            <a:ext cx="510302" cy="510302"/>
          </a:xfrm>
          <a:prstGeom prst="roundRect">
            <a:avLst>
              <a:gd name="adj" fmla="val 6667"/>
            </a:avLst>
          </a:prstGeom>
          <a:solidFill>
            <a:srgbClr val="F9F7F7"/>
          </a:solidFill>
          <a:ln/>
        </p:spPr>
      </p:sp>
      <p:pic>
        <p:nvPicPr>
          <p:cNvPr id="33" name="Image 4" descr="preencoded.png">
            <a:extLst>
              <a:ext uri="{FF2B5EF4-FFF2-40B4-BE49-F238E27FC236}">
                <a16:creationId xmlns:a16="http://schemas.microsoft.com/office/drawing/2014/main" id="{5D75DCF5-30AA-AD8E-F247-50F4BF95DB8B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167354" y="5566886"/>
            <a:ext cx="340162" cy="425291"/>
          </a:xfrm>
          <a:prstGeom prst="rect">
            <a:avLst/>
          </a:prstGeom>
        </p:spPr>
      </p:pic>
      <p:sp>
        <p:nvSpPr>
          <p:cNvPr id="34" name="Text 11">
            <a:extLst>
              <a:ext uri="{FF2B5EF4-FFF2-40B4-BE49-F238E27FC236}">
                <a16:creationId xmlns:a16="http://schemas.microsoft.com/office/drawing/2014/main" id="{4F714B3B-65F9-476E-2E97-6B7C44DFA04E}"/>
              </a:ext>
            </a:extLst>
          </p:cNvPr>
          <p:cNvSpPr/>
          <p:nvPr/>
        </p:nvSpPr>
        <p:spPr>
          <a:xfrm>
            <a:off x="2819400" y="5602248"/>
            <a:ext cx="425565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chemeClr val="tx1"/>
                </a:solidFill>
                <a:latin typeface="Times New Roman" panose="02020603050405020304" pitchFamily="18" charset="0"/>
                <a:ea typeface="Platypi Medium" pitchFamily="34" charset="-122"/>
                <a:cs typeface="Times New Roman" panose="02020603050405020304" pitchFamily="18" charset="0"/>
              </a:rPr>
              <a:t>Scalable &amp; Aligned with Vision</a:t>
            </a:r>
            <a:endParaRPr lang="en-US" sz="2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Text 12">
            <a:extLst>
              <a:ext uri="{FF2B5EF4-FFF2-40B4-BE49-F238E27FC236}">
                <a16:creationId xmlns:a16="http://schemas.microsoft.com/office/drawing/2014/main" id="{F23DCD2E-24E9-1622-EDF8-CC7D45F81964}"/>
              </a:ext>
            </a:extLst>
          </p:cNvPr>
          <p:cNvSpPr/>
          <p:nvPr/>
        </p:nvSpPr>
        <p:spPr>
          <a:xfrm>
            <a:off x="2819400" y="6092666"/>
            <a:ext cx="731520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Source Serif Pro" pitchFamily="34" charset="-122"/>
                <a:cs typeface="Times New Roman" panose="02020603050405020304" pitchFamily="18" charset="0"/>
              </a:rPr>
              <a:t>Supports Secora's move toward standardised, risk-driven dashboards</a:t>
            </a:r>
            <a:endParaRPr lang="en-US" sz="2000" dirty="0">
              <a:solidFill>
                <a:schemeClr val="tx1">
                  <a:lumMod val="85000"/>
                  <a:lumOff val="1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735724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03C33B-E948-5E0A-D086-72D3A9F3B2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7800" y="80659"/>
            <a:ext cx="11549886" cy="714042"/>
          </a:xfrm>
        </p:spPr>
        <p:txBody>
          <a:bodyPr/>
          <a:lstStyle/>
          <a:p>
            <a:r>
              <a:rPr lang="en-AU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Challenges &amp; Resolutions</a:t>
            </a:r>
          </a:p>
        </p:txBody>
      </p:sp>
      <p:graphicFrame>
        <p:nvGraphicFramePr>
          <p:cNvPr id="7" name="Diagram 6">
            <a:extLst>
              <a:ext uri="{FF2B5EF4-FFF2-40B4-BE49-F238E27FC236}">
                <a16:creationId xmlns:a16="http://schemas.microsoft.com/office/drawing/2014/main" id="{192FC5D7-8525-7C48-D13E-1F2EEB96CC6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17125424"/>
              </p:ext>
            </p:extLst>
          </p:nvPr>
        </p:nvGraphicFramePr>
        <p:xfrm>
          <a:off x="810855" y="6593467"/>
          <a:ext cx="13274675" cy="10972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15" name="Image 1" descr="preencoded.png">
            <a:extLst>
              <a:ext uri="{FF2B5EF4-FFF2-40B4-BE49-F238E27FC236}">
                <a16:creationId xmlns:a16="http://schemas.microsoft.com/office/drawing/2014/main" id="{E12FFFD4-CC3A-D4FE-F134-77D547376544}"/>
              </a:ext>
            </a:extLst>
          </p:cNvPr>
          <p:cNvPicPr>
            <a:picLocks noChangeAspect="1"/>
          </p:cNvPicPr>
          <p:nvPr/>
        </p:nvPicPr>
        <p:blipFill>
          <a:blip r:embed="rId8">
            <a:duotone>
              <a:prstClr val="black"/>
              <a:srgbClr val="D9C3A5">
                <a:tint val="50000"/>
                <a:satMod val="180000"/>
              </a:srgbClr>
            </a:duotone>
          </a:blip>
          <a:stretch>
            <a:fillRect/>
          </a:stretch>
        </p:blipFill>
        <p:spPr>
          <a:xfrm>
            <a:off x="1883093" y="961549"/>
            <a:ext cx="907256" cy="1452205"/>
          </a:xfrm>
          <a:prstGeom prst="rect">
            <a:avLst/>
          </a:prstGeom>
        </p:spPr>
      </p:pic>
      <p:sp>
        <p:nvSpPr>
          <p:cNvPr id="16" name="Text 1">
            <a:extLst>
              <a:ext uri="{FF2B5EF4-FFF2-40B4-BE49-F238E27FC236}">
                <a16:creationId xmlns:a16="http://schemas.microsoft.com/office/drawing/2014/main" id="{0FDA46C9-2F76-7F18-ED05-085BCE42DB55}"/>
              </a:ext>
            </a:extLst>
          </p:cNvPr>
          <p:cNvSpPr/>
          <p:nvPr/>
        </p:nvSpPr>
        <p:spPr>
          <a:xfrm>
            <a:off x="2971800" y="1143000"/>
            <a:ext cx="3939540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2200" b="1" dirty="0">
                <a:solidFill>
                  <a:schemeClr val="tx1"/>
                </a:solidFill>
                <a:latin typeface="Times New Roman" panose="02020603050405020304" pitchFamily="18" charset="0"/>
                <a:ea typeface="Platypi Medium" pitchFamily="34" charset="-122"/>
                <a:cs typeface="Times New Roman" panose="02020603050405020304" pitchFamily="18" charset="0"/>
              </a:rPr>
              <a:t>Challenge: Unstructured LMM Data</a:t>
            </a:r>
            <a:endParaRPr lang="en-US" sz="2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2">
            <a:extLst>
              <a:ext uri="{FF2B5EF4-FFF2-40B4-BE49-F238E27FC236}">
                <a16:creationId xmlns:a16="http://schemas.microsoft.com/office/drawing/2014/main" id="{B7440274-DA00-53ED-6EDC-588B29907FBE}"/>
              </a:ext>
            </a:extLst>
          </p:cNvPr>
          <p:cNvSpPr/>
          <p:nvPr/>
        </p:nvSpPr>
        <p:spPr>
          <a:xfrm>
            <a:off x="2971800" y="1535311"/>
            <a:ext cx="6467713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Source Serif Pro" pitchFamily="34" charset="-122"/>
                <a:cs typeface="Times New Roman" panose="02020603050405020304" pitchFamily="18" charset="0"/>
              </a:rPr>
              <a:t>Data locked in Power BI visuals</a:t>
            </a:r>
            <a:endParaRPr lang="en-US" dirty="0">
              <a:solidFill>
                <a:schemeClr val="tx1">
                  <a:lumMod val="85000"/>
                  <a:lumOff val="1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3">
            <a:extLst>
              <a:ext uri="{FF2B5EF4-FFF2-40B4-BE49-F238E27FC236}">
                <a16:creationId xmlns:a16="http://schemas.microsoft.com/office/drawing/2014/main" id="{BBD0FF62-16CA-9CD8-ED9B-2DFC487FA531}"/>
              </a:ext>
            </a:extLst>
          </p:cNvPr>
          <p:cNvSpPr/>
          <p:nvPr/>
        </p:nvSpPr>
        <p:spPr>
          <a:xfrm>
            <a:off x="2971800" y="1934408"/>
            <a:ext cx="6467713" cy="2978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Source Serif Pro" pitchFamily="34" charset="-122"/>
                <a:cs typeface="Times New Roman" panose="02020603050405020304" pitchFamily="18" charset="0"/>
              </a:rPr>
              <a:t>Resolution:</a:t>
            </a: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Source Serif Pro" pitchFamily="34" charset="-122"/>
                <a:cs typeface="Times New Roman" panose="02020603050405020304" pitchFamily="18" charset="0"/>
              </a:rPr>
              <a:t> Manual export, structured in Excel</a:t>
            </a:r>
            <a:endParaRPr lang="en-US" dirty="0">
              <a:solidFill>
                <a:schemeClr val="tx1">
                  <a:lumMod val="85000"/>
                  <a:lumOff val="1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9" name="Image 2" descr="preencoded.png">
            <a:extLst>
              <a:ext uri="{FF2B5EF4-FFF2-40B4-BE49-F238E27FC236}">
                <a16:creationId xmlns:a16="http://schemas.microsoft.com/office/drawing/2014/main" id="{BF11107A-BAF7-7EE0-AC3C-6D19614448FE}"/>
              </a:ext>
            </a:extLst>
          </p:cNvPr>
          <p:cNvPicPr>
            <a:picLocks noChangeAspect="1"/>
          </p:cNvPicPr>
          <p:nvPr/>
        </p:nvPicPr>
        <p:blipFill>
          <a:blip r:embed="rId9">
            <a:duotone>
              <a:prstClr val="black"/>
              <a:srgbClr val="D9C3A5">
                <a:tint val="50000"/>
                <a:satMod val="180000"/>
              </a:srgbClr>
            </a:duotone>
          </a:blip>
          <a:stretch>
            <a:fillRect/>
          </a:stretch>
        </p:blipFill>
        <p:spPr>
          <a:xfrm>
            <a:off x="1883093" y="2413754"/>
            <a:ext cx="907256" cy="1452205"/>
          </a:xfrm>
          <a:prstGeom prst="rect">
            <a:avLst/>
          </a:prstGeom>
        </p:spPr>
      </p:pic>
      <p:sp>
        <p:nvSpPr>
          <p:cNvPr id="20" name="Text 4">
            <a:extLst>
              <a:ext uri="{FF2B5EF4-FFF2-40B4-BE49-F238E27FC236}">
                <a16:creationId xmlns:a16="http://schemas.microsoft.com/office/drawing/2014/main" id="{C761C021-1680-D280-48B4-E42D639F617E}"/>
              </a:ext>
            </a:extLst>
          </p:cNvPr>
          <p:cNvSpPr/>
          <p:nvPr/>
        </p:nvSpPr>
        <p:spPr>
          <a:xfrm>
            <a:off x="2971800" y="2595205"/>
            <a:ext cx="384119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2200" b="1" dirty="0">
                <a:solidFill>
                  <a:schemeClr val="tx1"/>
                </a:solidFill>
                <a:latin typeface="Times New Roman" panose="02020603050405020304" pitchFamily="18" charset="0"/>
                <a:ea typeface="Platypi Medium" pitchFamily="34" charset="-122"/>
                <a:cs typeface="Times New Roman" panose="02020603050405020304" pitchFamily="18" charset="0"/>
              </a:rPr>
              <a:t>Challenge: New to Power BI &amp; DAX</a:t>
            </a:r>
            <a:endParaRPr lang="en-US" sz="2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 5">
            <a:extLst>
              <a:ext uri="{FF2B5EF4-FFF2-40B4-BE49-F238E27FC236}">
                <a16:creationId xmlns:a16="http://schemas.microsoft.com/office/drawing/2014/main" id="{BD02C612-965D-EFFE-C284-B387C9F7DCC7}"/>
              </a:ext>
            </a:extLst>
          </p:cNvPr>
          <p:cNvSpPr/>
          <p:nvPr/>
        </p:nvSpPr>
        <p:spPr>
          <a:xfrm>
            <a:off x="2971800" y="2987516"/>
            <a:ext cx="6467713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Source Serif Pro" pitchFamily="34" charset="-122"/>
                <a:cs typeface="Times New Roman" panose="02020603050405020304" pitchFamily="18" charset="0"/>
              </a:rPr>
              <a:t>Our background was in Tableau</a:t>
            </a:r>
            <a:endParaRPr lang="en-US" dirty="0">
              <a:solidFill>
                <a:schemeClr val="tx1">
                  <a:lumMod val="85000"/>
                  <a:lumOff val="1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 6">
            <a:extLst>
              <a:ext uri="{FF2B5EF4-FFF2-40B4-BE49-F238E27FC236}">
                <a16:creationId xmlns:a16="http://schemas.microsoft.com/office/drawing/2014/main" id="{0492826D-CC20-CB66-C2EF-BE8AF6393B6D}"/>
              </a:ext>
            </a:extLst>
          </p:cNvPr>
          <p:cNvSpPr/>
          <p:nvPr/>
        </p:nvSpPr>
        <p:spPr>
          <a:xfrm>
            <a:off x="2971800" y="3386614"/>
            <a:ext cx="6467713" cy="2978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Source Serif Pro" pitchFamily="34" charset="-122"/>
                <a:cs typeface="Times New Roman" panose="02020603050405020304" pitchFamily="18" charset="0"/>
              </a:rPr>
              <a:t>Resolution:</a:t>
            </a: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Source Serif Pro" pitchFamily="34" charset="-122"/>
                <a:cs typeface="Times New Roman" panose="02020603050405020304" pitchFamily="18" charset="0"/>
              </a:rPr>
              <a:t> Self-learning, trial-and-error DAX logic building</a:t>
            </a:r>
            <a:endParaRPr lang="en-US" dirty="0">
              <a:solidFill>
                <a:schemeClr val="tx1">
                  <a:lumMod val="85000"/>
                  <a:lumOff val="1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3" name="Image 3" descr="preencoded.png">
            <a:extLst>
              <a:ext uri="{FF2B5EF4-FFF2-40B4-BE49-F238E27FC236}">
                <a16:creationId xmlns:a16="http://schemas.microsoft.com/office/drawing/2014/main" id="{C59A6023-189D-AF3E-7448-73944D55C788}"/>
              </a:ext>
            </a:extLst>
          </p:cNvPr>
          <p:cNvPicPr>
            <a:picLocks noChangeAspect="1"/>
          </p:cNvPicPr>
          <p:nvPr/>
        </p:nvPicPr>
        <p:blipFill>
          <a:blip r:embed="rId10">
            <a:duotone>
              <a:prstClr val="black"/>
              <a:srgbClr val="D9C3A5">
                <a:tint val="50000"/>
                <a:satMod val="180000"/>
              </a:srgbClr>
            </a:duotone>
          </a:blip>
          <a:stretch>
            <a:fillRect/>
          </a:stretch>
        </p:blipFill>
        <p:spPr>
          <a:xfrm>
            <a:off x="1883093" y="3865959"/>
            <a:ext cx="907256" cy="1452205"/>
          </a:xfrm>
          <a:prstGeom prst="rect">
            <a:avLst/>
          </a:prstGeom>
        </p:spPr>
      </p:pic>
      <p:sp>
        <p:nvSpPr>
          <p:cNvPr id="24" name="Text 7">
            <a:extLst>
              <a:ext uri="{FF2B5EF4-FFF2-40B4-BE49-F238E27FC236}">
                <a16:creationId xmlns:a16="http://schemas.microsoft.com/office/drawing/2014/main" id="{3FDE9717-6213-C96A-807F-058534363FAE}"/>
              </a:ext>
            </a:extLst>
          </p:cNvPr>
          <p:cNvSpPr/>
          <p:nvPr/>
        </p:nvSpPr>
        <p:spPr>
          <a:xfrm>
            <a:off x="2971800" y="4047411"/>
            <a:ext cx="4476393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2200" b="1" dirty="0">
                <a:solidFill>
                  <a:schemeClr val="tx1"/>
                </a:solidFill>
                <a:latin typeface="Times New Roman" panose="02020603050405020304" pitchFamily="18" charset="0"/>
                <a:ea typeface="Platypi Medium" pitchFamily="34" charset="-122"/>
                <a:cs typeface="Times New Roman" panose="02020603050405020304" pitchFamily="18" charset="0"/>
              </a:rPr>
              <a:t>Challenge: Layout &amp; Design Consistency</a:t>
            </a:r>
            <a:endParaRPr lang="en-US" sz="2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 8">
            <a:extLst>
              <a:ext uri="{FF2B5EF4-FFF2-40B4-BE49-F238E27FC236}">
                <a16:creationId xmlns:a16="http://schemas.microsoft.com/office/drawing/2014/main" id="{52A5F35C-F717-B1D2-2D4A-B6F69177C4C2}"/>
              </a:ext>
            </a:extLst>
          </p:cNvPr>
          <p:cNvSpPr/>
          <p:nvPr/>
        </p:nvSpPr>
        <p:spPr>
          <a:xfrm>
            <a:off x="2971800" y="4439721"/>
            <a:ext cx="6467713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Source Serif Pro" pitchFamily="34" charset="-122"/>
                <a:cs typeface="Times New Roman" panose="02020603050405020304" pitchFamily="18" charset="0"/>
              </a:rPr>
              <a:t>Needed reusable grid for all assets</a:t>
            </a:r>
            <a:endParaRPr lang="en-US" dirty="0">
              <a:solidFill>
                <a:schemeClr val="tx1">
                  <a:lumMod val="85000"/>
                  <a:lumOff val="1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 9">
            <a:extLst>
              <a:ext uri="{FF2B5EF4-FFF2-40B4-BE49-F238E27FC236}">
                <a16:creationId xmlns:a16="http://schemas.microsoft.com/office/drawing/2014/main" id="{861467B2-DF00-3A05-683C-1BD752F55C36}"/>
              </a:ext>
            </a:extLst>
          </p:cNvPr>
          <p:cNvSpPr/>
          <p:nvPr/>
        </p:nvSpPr>
        <p:spPr>
          <a:xfrm>
            <a:off x="2971800" y="4838819"/>
            <a:ext cx="6467713" cy="2978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Source Serif Pro" pitchFamily="34" charset="-122"/>
                <a:cs typeface="Times New Roman" panose="02020603050405020304" pitchFamily="18" charset="0"/>
              </a:rPr>
              <a:t>Resolution:</a:t>
            </a: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Source Serif Pro" pitchFamily="34" charset="-122"/>
                <a:cs typeface="Times New Roman" panose="02020603050405020304" pitchFamily="18" charset="0"/>
              </a:rPr>
              <a:t> Fixed visual structure, insight boxes, shared slicers</a:t>
            </a:r>
            <a:endParaRPr lang="en-US" dirty="0">
              <a:solidFill>
                <a:schemeClr val="tx1">
                  <a:lumMod val="85000"/>
                  <a:lumOff val="1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7" name="Image 4" descr="preencoded.png">
            <a:extLst>
              <a:ext uri="{FF2B5EF4-FFF2-40B4-BE49-F238E27FC236}">
                <a16:creationId xmlns:a16="http://schemas.microsoft.com/office/drawing/2014/main" id="{2698E0DC-499F-7D15-83B3-A81FED4E8863}"/>
              </a:ext>
            </a:extLst>
          </p:cNvPr>
          <p:cNvPicPr>
            <a:picLocks noChangeAspect="1"/>
          </p:cNvPicPr>
          <p:nvPr/>
        </p:nvPicPr>
        <p:blipFill>
          <a:blip r:embed="rId11">
            <a:duotone>
              <a:prstClr val="black"/>
              <a:srgbClr val="D9C3A5">
                <a:tint val="50000"/>
                <a:satMod val="180000"/>
              </a:srgbClr>
            </a:duotone>
          </a:blip>
          <a:stretch>
            <a:fillRect/>
          </a:stretch>
        </p:blipFill>
        <p:spPr>
          <a:xfrm>
            <a:off x="1883093" y="5318165"/>
            <a:ext cx="907256" cy="1452205"/>
          </a:xfrm>
          <a:prstGeom prst="rect">
            <a:avLst/>
          </a:prstGeom>
        </p:spPr>
      </p:pic>
      <p:sp>
        <p:nvSpPr>
          <p:cNvPr id="28" name="Text 10">
            <a:extLst>
              <a:ext uri="{FF2B5EF4-FFF2-40B4-BE49-F238E27FC236}">
                <a16:creationId xmlns:a16="http://schemas.microsoft.com/office/drawing/2014/main" id="{E1AA1EC0-656F-B39A-2E39-5B4344CD7575}"/>
              </a:ext>
            </a:extLst>
          </p:cNvPr>
          <p:cNvSpPr/>
          <p:nvPr/>
        </p:nvSpPr>
        <p:spPr>
          <a:xfrm>
            <a:off x="2971800" y="5499616"/>
            <a:ext cx="478988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2200" b="1" dirty="0">
                <a:solidFill>
                  <a:schemeClr val="tx1"/>
                </a:solidFill>
                <a:latin typeface="Times New Roman" panose="02020603050405020304" pitchFamily="18" charset="0"/>
                <a:ea typeface="Platypi Medium" pitchFamily="34" charset="-122"/>
                <a:cs typeface="Times New Roman" panose="02020603050405020304" pitchFamily="18" charset="0"/>
              </a:rPr>
              <a:t>Challenge: Limited Stakeholder Availability</a:t>
            </a:r>
            <a:endParaRPr lang="en-US" sz="2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Text 11">
            <a:extLst>
              <a:ext uri="{FF2B5EF4-FFF2-40B4-BE49-F238E27FC236}">
                <a16:creationId xmlns:a16="http://schemas.microsoft.com/office/drawing/2014/main" id="{288FD356-2CDD-7646-4A94-2D3596E2FBA8}"/>
              </a:ext>
            </a:extLst>
          </p:cNvPr>
          <p:cNvSpPr/>
          <p:nvPr/>
        </p:nvSpPr>
        <p:spPr>
          <a:xfrm>
            <a:off x="2971800" y="5891927"/>
            <a:ext cx="6467713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Source Serif Pro" pitchFamily="34" charset="-122"/>
                <a:cs typeface="Times New Roman" panose="02020603050405020304" pitchFamily="18" charset="0"/>
              </a:rPr>
              <a:t>Scheduling delays early on</a:t>
            </a:r>
            <a:endParaRPr lang="en-US" dirty="0">
              <a:solidFill>
                <a:schemeClr val="tx1">
                  <a:lumMod val="85000"/>
                  <a:lumOff val="1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Text 12">
            <a:extLst>
              <a:ext uri="{FF2B5EF4-FFF2-40B4-BE49-F238E27FC236}">
                <a16:creationId xmlns:a16="http://schemas.microsoft.com/office/drawing/2014/main" id="{6FAEE93E-7C2E-16DD-1071-B9D79FED6171}"/>
              </a:ext>
            </a:extLst>
          </p:cNvPr>
          <p:cNvSpPr/>
          <p:nvPr/>
        </p:nvSpPr>
        <p:spPr>
          <a:xfrm>
            <a:off x="2971800" y="6291024"/>
            <a:ext cx="6467713" cy="2978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Source Serif Pro" pitchFamily="34" charset="-122"/>
                <a:cs typeface="Times New Roman" panose="02020603050405020304" pitchFamily="18" charset="0"/>
              </a:rPr>
              <a:t>Resolution:</a:t>
            </a: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Source Serif Pro" pitchFamily="34" charset="-122"/>
                <a:cs typeface="Times New Roman" panose="02020603050405020304" pitchFamily="18" charset="0"/>
              </a:rPr>
              <a:t> Planned around availability, async feedback</a:t>
            </a:r>
            <a:endParaRPr lang="en-US" dirty="0">
              <a:solidFill>
                <a:schemeClr val="tx1">
                  <a:lumMod val="85000"/>
                  <a:lumOff val="1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178258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DFF5DF-69B5-F664-D142-932C06E214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0263" y="474269"/>
            <a:ext cx="11549886" cy="714042"/>
          </a:xfrm>
        </p:spPr>
        <p:txBody>
          <a:bodyPr/>
          <a:lstStyle/>
          <a:p>
            <a:r>
              <a:rPr lang="en-AU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Reflection &amp; Learning - Ajith</a:t>
            </a:r>
          </a:p>
        </p:txBody>
      </p:sp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A7B4A381-B5EE-29EC-EF24-92A8C55A729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643942"/>
              </p:ext>
            </p:extLst>
          </p:nvPr>
        </p:nvGraphicFramePr>
        <p:xfrm>
          <a:off x="868045" y="6431280"/>
          <a:ext cx="13274675" cy="10972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Shape 1">
            <a:extLst>
              <a:ext uri="{FF2B5EF4-FFF2-40B4-BE49-F238E27FC236}">
                <a16:creationId xmlns:a16="http://schemas.microsoft.com/office/drawing/2014/main" id="{13F7BB6C-A4DB-9ABD-74B6-6A85C7079477}"/>
              </a:ext>
            </a:extLst>
          </p:cNvPr>
          <p:cNvSpPr/>
          <p:nvPr/>
        </p:nvSpPr>
        <p:spPr>
          <a:xfrm>
            <a:off x="2209800" y="1415032"/>
            <a:ext cx="510302" cy="510302"/>
          </a:xfrm>
          <a:prstGeom prst="roundRect">
            <a:avLst>
              <a:gd name="adj" fmla="val 6667"/>
            </a:avLst>
          </a:prstGeom>
          <a:solidFill>
            <a:srgbClr val="E5DFD2"/>
          </a:solidFill>
          <a:ln/>
        </p:spPr>
      </p:sp>
      <p:sp>
        <p:nvSpPr>
          <p:cNvPr id="30" name="Text 2">
            <a:extLst>
              <a:ext uri="{FF2B5EF4-FFF2-40B4-BE49-F238E27FC236}">
                <a16:creationId xmlns:a16="http://schemas.microsoft.com/office/drawing/2014/main" id="{FA9F425B-34F2-1351-3DED-F90CC9E9EE55}"/>
              </a:ext>
            </a:extLst>
          </p:cNvPr>
          <p:cNvSpPr/>
          <p:nvPr/>
        </p:nvSpPr>
        <p:spPr>
          <a:xfrm>
            <a:off x="2294870" y="1457538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1</a:t>
            </a:r>
            <a:endParaRPr lang="en-US" sz="2650" dirty="0"/>
          </a:p>
        </p:txBody>
      </p:sp>
      <p:sp>
        <p:nvSpPr>
          <p:cNvPr id="31" name="Text 3">
            <a:extLst>
              <a:ext uri="{FF2B5EF4-FFF2-40B4-BE49-F238E27FC236}">
                <a16:creationId xmlns:a16="http://schemas.microsoft.com/office/drawing/2014/main" id="{10BDAFE0-682D-A01B-FEE9-8E4F38A4BB65}"/>
              </a:ext>
            </a:extLst>
          </p:cNvPr>
          <p:cNvSpPr/>
          <p:nvPr/>
        </p:nvSpPr>
        <p:spPr>
          <a:xfrm>
            <a:off x="2946916" y="149289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Lato Bold" pitchFamily="34" charset="-122"/>
                <a:cs typeface="Times New Roman" panose="02020603050405020304" pitchFamily="18" charset="0"/>
              </a:rPr>
              <a:t>Real Client Exposure</a:t>
            </a:r>
            <a:endParaRPr lang="en-US" sz="2400" dirty="0">
              <a:solidFill>
                <a:schemeClr val="tx1">
                  <a:lumMod val="85000"/>
                  <a:lumOff val="1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Text 4">
            <a:extLst>
              <a:ext uri="{FF2B5EF4-FFF2-40B4-BE49-F238E27FC236}">
                <a16:creationId xmlns:a16="http://schemas.microsoft.com/office/drawing/2014/main" id="{30A86A3A-33BA-36BB-4959-C033A685E5ED}"/>
              </a:ext>
            </a:extLst>
          </p:cNvPr>
          <p:cNvSpPr/>
          <p:nvPr/>
        </p:nvSpPr>
        <p:spPr>
          <a:xfrm>
            <a:off x="2946916" y="1983318"/>
            <a:ext cx="9016484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4A4A45"/>
                </a:solidFill>
                <a:latin typeface="Times New Roman" panose="02020603050405020304" pitchFamily="18" charset="0"/>
                <a:ea typeface="Lato" pitchFamily="34" charset="-122"/>
                <a:cs typeface="Times New Roman" panose="02020603050405020304" pitchFamily="18" charset="0"/>
              </a:rPr>
              <a:t>First time handling live industry operational data. </a:t>
            </a:r>
          </a:p>
          <a:p>
            <a:pPr marL="342900" indent="-342900" algn="l">
              <a:lnSpc>
                <a:spcPts val="285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4A4A45"/>
                </a:solidFill>
                <a:latin typeface="Times New Roman" panose="02020603050405020304" pitchFamily="18" charset="0"/>
                <a:ea typeface="Lato" pitchFamily="34" charset="-122"/>
                <a:cs typeface="Times New Roman" panose="02020603050405020304" pitchFamily="18" charset="0"/>
              </a:rPr>
              <a:t>Gained clarity on client expectations.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Shape 5">
            <a:extLst>
              <a:ext uri="{FF2B5EF4-FFF2-40B4-BE49-F238E27FC236}">
                <a16:creationId xmlns:a16="http://schemas.microsoft.com/office/drawing/2014/main" id="{4FB00C18-FB58-88E1-0AB2-F77A0A990E2F}"/>
              </a:ext>
            </a:extLst>
          </p:cNvPr>
          <p:cNvSpPr/>
          <p:nvPr/>
        </p:nvSpPr>
        <p:spPr>
          <a:xfrm>
            <a:off x="2209800" y="3162751"/>
            <a:ext cx="510302" cy="510302"/>
          </a:xfrm>
          <a:prstGeom prst="roundRect">
            <a:avLst>
              <a:gd name="adj" fmla="val 6667"/>
            </a:avLst>
          </a:prstGeom>
          <a:solidFill>
            <a:srgbClr val="E5DFD2"/>
          </a:solidFill>
          <a:ln/>
        </p:spPr>
      </p:sp>
      <p:sp>
        <p:nvSpPr>
          <p:cNvPr id="34" name="Text 6">
            <a:extLst>
              <a:ext uri="{FF2B5EF4-FFF2-40B4-BE49-F238E27FC236}">
                <a16:creationId xmlns:a16="http://schemas.microsoft.com/office/drawing/2014/main" id="{3C4ED6B0-42C3-6793-4E52-CA703878101E}"/>
              </a:ext>
            </a:extLst>
          </p:cNvPr>
          <p:cNvSpPr/>
          <p:nvPr/>
        </p:nvSpPr>
        <p:spPr>
          <a:xfrm>
            <a:off x="2294870" y="3205256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2</a:t>
            </a:r>
            <a:endParaRPr lang="en-US" sz="2650" dirty="0"/>
          </a:p>
        </p:txBody>
      </p:sp>
      <p:sp>
        <p:nvSpPr>
          <p:cNvPr id="35" name="Text 7">
            <a:extLst>
              <a:ext uri="{FF2B5EF4-FFF2-40B4-BE49-F238E27FC236}">
                <a16:creationId xmlns:a16="http://schemas.microsoft.com/office/drawing/2014/main" id="{FCB90C2B-2FF7-CED0-1E86-7CF74DEAFBF9}"/>
              </a:ext>
            </a:extLst>
          </p:cNvPr>
          <p:cNvSpPr/>
          <p:nvPr/>
        </p:nvSpPr>
        <p:spPr>
          <a:xfrm>
            <a:off x="2946916" y="3240618"/>
            <a:ext cx="3116580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Lato Bold" pitchFamily="34" charset="-122"/>
                <a:cs typeface="Times New Roman" panose="02020603050405020304" pitchFamily="18" charset="0"/>
              </a:rPr>
              <a:t>Agile Process &amp; Planning</a:t>
            </a:r>
            <a:endParaRPr lang="en-US" sz="2400" dirty="0">
              <a:solidFill>
                <a:schemeClr val="tx1">
                  <a:lumMod val="85000"/>
                  <a:lumOff val="1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Text 8">
            <a:extLst>
              <a:ext uri="{FF2B5EF4-FFF2-40B4-BE49-F238E27FC236}">
                <a16:creationId xmlns:a16="http://schemas.microsoft.com/office/drawing/2014/main" id="{2EF69BAB-C69B-67A2-2C8C-9333A68B91FC}"/>
              </a:ext>
            </a:extLst>
          </p:cNvPr>
          <p:cNvSpPr/>
          <p:nvPr/>
        </p:nvSpPr>
        <p:spPr>
          <a:xfrm>
            <a:off x="2946916" y="3731036"/>
            <a:ext cx="7873484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4A4A45"/>
                </a:solidFill>
                <a:latin typeface="Times New Roman" panose="02020603050405020304" pitchFamily="18" charset="0"/>
                <a:ea typeface="Lato" pitchFamily="34" charset="-122"/>
                <a:cs typeface="Times New Roman" panose="02020603050405020304" pitchFamily="18" charset="0"/>
              </a:rPr>
              <a:t>Managed time with 2-week sprints and task tracking. </a:t>
            </a:r>
          </a:p>
          <a:p>
            <a:pPr marL="342900" indent="-342900" algn="l">
              <a:lnSpc>
                <a:spcPts val="285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4A4A45"/>
                </a:solidFill>
                <a:latin typeface="Times New Roman" panose="02020603050405020304" pitchFamily="18" charset="0"/>
                <a:ea typeface="Lato" pitchFamily="34" charset="-122"/>
                <a:cs typeface="Times New Roman" panose="02020603050405020304" pitchFamily="18" charset="0"/>
              </a:rPr>
              <a:t>Stayed aligned with Secora's expectations.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Shape 9">
            <a:extLst>
              <a:ext uri="{FF2B5EF4-FFF2-40B4-BE49-F238E27FC236}">
                <a16:creationId xmlns:a16="http://schemas.microsoft.com/office/drawing/2014/main" id="{11E0A096-2EF4-BD54-3B4F-7300D398CAB9}"/>
              </a:ext>
            </a:extLst>
          </p:cNvPr>
          <p:cNvSpPr/>
          <p:nvPr/>
        </p:nvSpPr>
        <p:spPr>
          <a:xfrm>
            <a:off x="2209800" y="4910469"/>
            <a:ext cx="510302" cy="510302"/>
          </a:xfrm>
          <a:prstGeom prst="roundRect">
            <a:avLst>
              <a:gd name="adj" fmla="val 6667"/>
            </a:avLst>
          </a:prstGeom>
          <a:solidFill>
            <a:srgbClr val="E5DFD2"/>
          </a:solidFill>
          <a:ln/>
        </p:spPr>
      </p:sp>
      <p:sp>
        <p:nvSpPr>
          <p:cNvPr id="38" name="Text 10">
            <a:extLst>
              <a:ext uri="{FF2B5EF4-FFF2-40B4-BE49-F238E27FC236}">
                <a16:creationId xmlns:a16="http://schemas.microsoft.com/office/drawing/2014/main" id="{D0714E85-BD2B-4B40-9246-85A937CCA944}"/>
              </a:ext>
            </a:extLst>
          </p:cNvPr>
          <p:cNvSpPr/>
          <p:nvPr/>
        </p:nvSpPr>
        <p:spPr>
          <a:xfrm>
            <a:off x="2294870" y="4952974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3</a:t>
            </a:r>
            <a:endParaRPr lang="en-US" sz="2650" dirty="0"/>
          </a:p>
        </p:txBody>
      </p:sp>
      <p:sp>
        <p:nvSpPr>
          <p:cNvPr id="39" name="Text 11">
            <a:extLst>
              <a:ext uri="{FF2B5EF4-FFF2-40B4-BE49-F238E27FC236}">
                <a16:creationId xmlns:a16="http://schemas.microsoft.com/office/drawing/2014/main" id="{3FD4FFE3-479F-4FFE-B6FC-8DC8C5803817}"/>
              </a:ext>
            </a:extLst>
          </p:cNvPr>
          <p:cNvSpPr/>
          <p:nvPr/>
        </p:nvSpPr>
        <p:spPr>
          <a:xfrm>
            <a:off x="2946916" y="4988336"/>
            <a:ext cx="413539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Lato Bold" pitchFamily="34" charset="-122"/>
                <a:cs typeface="Times New Roman" panose="02020603050405020304" pitchFamily="18" charset="0"/>
              </a:rPr>
              <a:t>Working Style &amp; Communication</a:t>
            </a:r>
            <a:endParaRPr lang="en-US" sz="2400" dirty="0">
              <a:solidFill>
                <a:schemeClr val="tx1">
                  <a:lumMod val="85000"/>
                  <a:lumOff val="1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Text 12">
            <a:extLst>
              <a:ext uri="{FF2B5EF4-FFF2-40B4-BE49-F238E27FC236}">
                <a16:creationId xmlns:a16="http://schemas.microsoft.com/office/drawing/2014/main" id="{0B539289-C601-4B73-88F6-364A26098C35}"/>
              </a:ext>
            </a:extLst>
          </p:cNvPr>
          <p:cNvSpPr/>
          <p:nvPr/>
        </p:nvSpPr>
        <p:spPr>
          <a:xfrm>
            <a:off x="2946916" y="5478754"/>
            <a:ext cx="7873484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4A4A45"/>
                </a:solidFill>
                <a:latin typeface="Times New Roman" panose="02020603050405020304" pitchFamily="18" charset="0"/>
                <a:ea typeface="Lato" pitchFamily="34" charset="-122"/>
                <a:cs typeface="Times New Roman" panose="02020603050405020304" pitchFamily="18" charset="0"/>
              </a:rPr>
              <a:t>Adapted to structured planning and corporate practices. </a:t>
            </a:r>
          </a:p>
          <a:p>
            <a:pPr marL="342900" indent="-342900" algn="l">
              <a:lnSpc>
                <a:spcPts val="285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4A4A45"/>
                </a:solidFill>
                <a:latin typeface="Times New Roman" panose="02020603050405020304" pitchFamily="18" charset="0"/>
                <a:ea typeface="Lato" pitchFamily="34" charset="-122"/>
                <a:cs typeface="Times New Roman" panose="02020603050405020304" pitchFamily="18" charset="0"/>
              </a:rPr>
              <a:t>Became confident in seeking feedback.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909857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73CDF7-8F4D-EE1F-C5EE-C2CED80E15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E8F739-56E5-F07E-6679-3B0C954944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0263" y="474269"/>
            <a:ext cx="11549886" cy="714042"/>
          </a:xfrm>
        </p:spPr>
        <p:txBody>
          <a:bodyPr/>
          <a:lstStyle/>
          <a:p>
            <a:r>
              <a:rPr lang="en-AU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Reflection &amp; Learning - Aalam</a:t>
            </a:r>
          </a:p>
        </p:txBody>
      </p:sp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32AD1393-A2CF-271A-E732-E3D817A7AD2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49024533"/>
              </p:ext>
            </p:extLst>
          </p:nvPr>
        </p:nvGraphicFramePr>
        <p:xfrm>
          <a:off x="868045" y="6431280"/>
          <a:ext cx="13274675" cy="10972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3" name="Image 1" descr="preencoded.png">
            <a:extLst>
              <a:ext uri="{FF2B5EF4-FFF2-40B4-BE49-F238E27FC236}">
                <a16:creationId xmlns:a16="http://schemas.microsoft.com/office/drawing/2014/main" id="{2FC9D8B4-48F3-9E14-AD6B-BE95FA912AA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colorTemperature colorTemp="72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905000" y="2021562"/>
            <a:ext cx="963930" cy="1156811"/>
          </a:xfrm>
          <a:prstGeom prst="rect">
            <a:avLst/>
          </a:prstGeom>
        </p:spPr>
      </p:pic>
      <p:sp>
        <p:nvSpPr>
          <p:cNvPr id="5" name="Text 1">
            <a:extLst>
              <a:ext uri="{FF2B5EF4-FFF2-40B4-BE49-F238E27FC236}">
                <a16:creationId xmlns:a16="http://schemas.microsoft.com/office/drawing/2014/main" id="{D856EEBD-0B1F-A015-B838-4E3DBD21DEBD}"/>
              </a:ext>
            </a:extLst>
          </p:cNvPr>
          <p:cNvSpPr/>
          <p:nvPr/>
        </p:nvSpPr>
        <p:spPr>
          <a:xfrm>
            <a:off x="3061692" y="2021562"/>
            <a:ext cx="2608421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Lato Bold" pitchFamily="34" charset="-122"/>
                <a:cs typeface="Times New Roman" panose="02020603050405020304" pitchFamily="18" charset="0"/>
              </a:rPr>
              <a:t>Hands-On Development</a:t>
            </a:r>
            <a:endParaRPr lang="en-US" sz="2400" dirty="0">
              <a:solidFill>
                <a:schemeClr val="tx1">
                  <a:lumMod val="85000"/>
                  <a:lumOff val="1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2">
            <a:extLst>
              <a:ext uri="{FF2B5EF4-FFF2-40B4-BE49-F238E27FC236}">
                <a16:creationId xmlns:a16="http://schemas.microsoft.com/office/drawing/2014/main" id="{B214B59A-89F8-0DCF-B083-AB6A2EC1BD4D}"/>
              </a:ext>
            </a:extLst>
          </p:cNvPr>
          <p:cNvSpPr/>
          <p:nvPr/>
        </p:nvSpPr>
        <p:spPr>
          <a:xfrm>
            <a:off x="3061692" y="2438400"/>
            <a:ext cx="11886128" cy="3083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285750" indent="-285750" algn="l">
              <a:lnSpc>
                <a:spcPts val="24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4A4A45"/>
                </a:solidFill>
                <a:latin typeface="Times New Roman" panose="02020603050405020304" pitchFamily="18" charset="0"/>
                <a:ea typeface="Lato" pitchFamily="34" charset="-122"/>
                <a:cs typeface="Times New Roman" panose="02020603050405020304" pitchFamily="18" charset="0"/>
              </a:rPr>
              <a:t>Built visuals for 3 asset types. </a:t>
            </a:r>
          </a:p>
          <a:p>
            <a:pPr marL="285750" indent="-285750" algn="l">
              <a:lnSpc>
                <a:spcPts val="24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4A4A45"/>
                </a:solidFill>
                <a:latin typeface="Times New Roman" panose="02020603050405020304" pitchFamily="18" charset="0"/>
                <a:ea typeface="Lato" pitchFamily="34" charset="-122"/>
                <a:cs typeface="Times New Roman" panose="02020603050405020304" pitchFamily="18" charset="0"/>
              </a:rPr>
              <a:t>Applied logic for filtering and conditional cards.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Image 2" descr="preencoded.png">
            <a:extLst>
              <a:ext uri="{FF2B5EF4-FFF2-40B4-BE49-F238E27FC236}">
                <a16:creationId xmlns:a16="http://schemas.microsoft.com/office/drawing/2014/main" id="{13CFCC79-8636-E0B2-51C0-21E5F693EC37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colorTemperature colorTemp="72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905000" y="3178373"/>
            <a:ext cx="963930" cy="1156811"/>
          </a:xfrm>
          <a:prstGeom prst="rect">
            <a:avLst/>
          </a:prstGeom>
        </p:spPr>
      </p:pic>
      <p:sp>
        <p:nvSpPr>
          <p:cNvPr id="9" name="Text 3">
            <a:extLst>
              <a:ext uri="{FF2B5EF4-FFF2-40B4-BE49-F238E27FC236}">
                <a16:creationId xmlns:a16="http://schemas.microsoft.com/office/drawing/2014/main" id="{E5AF6A48-DF5D-897F-D0AC-1C2A4B865752}"/>
              </a:ext>
            </a:extLst>
          </p:cNvPr>
          <p:cNvSpPr/>
          <p:nvPr/>
        </p:nvSpPr>
        <p:spPr>
          <a:xfrm>
            <a:off x="3061692" y="3178373"/>
            <a:ext cx="2409944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Lato Bold" pitchFamily="34" charset="-122"/>
                <a:cs typeface="Times New Roman" panose="02020603050405020304" pitchFamily="18" charset="0"/>
              </a:rPr>
              <a:t>Tools &amp; Visualisation</a:t>
            </a:r>
            <a:endParaRPr lang="en-US" sz="2400" dirty="0">
              <a:solidFill>
                <a:schemeClr val="tx1">
                  <a:lumMod val="85000"/>
                  <a:lumOff val="1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4">
            <a:extLst>
              <a:ext uri="{FF2B5EF4-FFF2-40B4-BE49-F238E27FC236}">
                <a16:creationId xmlns:a16="http://schemas.microsoft.com/office/drawing/2014/main" id="{2B62DB98-A602-D8AB-1B13-BB7DBDABA355}"/>
              </a:ext>
            </a:extLst>
          </p:cNvPr>
          <p:cNvSpPr/>
          <p:nvPr/>
        </p:nvSpPr>
        <p:spPr>
          <a:xfrm>
            <a:off x="3061692" y="3595211"/>
            <a:ext cx="11886128" cy="3083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285750" indent="-285750" algn="l">
              <a:lnSpc>
                <a:spcPts val="24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4A4A45"/>
                </a:solidFill>
                <a:latin typeface="Times New Roman" panose="02020603050405020304" pitchFamily="18" charset="0"/>
                <a:ea typeface="Lato" pitchFamily="34" charset="-122"/>
                <a:cs typeface="Times New Roman" panose="02020603050405020304" pitchFamily="18" charset="0"/>
              </a:rPr>
              <a:t>Developed Power BI and DAX skills. </a:t>
            </a:r>
          </a:p>
          <a:p>
            <a:pPr marL="285750" indent="-285750" algn="l">
              <a:lnSpc>
                <a:spcPts val="24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4A4A45"/>
                </a:solidFill>
                <a:latin typeface="Times New Roman" panose="02020603050405020304" pitchFamily="18" charset="0"/>
                <a:ea typeface="Lato" pitchFamily="34" charset="-122"/>
                <a:cs typeface="Times New Roman" panose="02020603050405020304" pitchFamily="18" charset="0"/>
              </a:rPr>
              <a:t>Built dynamic, reusable components.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Image 3" descr="preencoded.png">
            <a:extLst>
              <a:ext uri="{FF2B5EF4-FFF2-40B4-BE49-F238E27FC236}">
                <a16:creationId xmlns:a16="http://schemas.microsoft.com/office/drawing/2014/main" id="{DE1658DD-3394-5802-3838-C05A323A4F56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colorTemperature colorTemp="72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905000" y="4327802"/>
            <a:ext cx="963930" cy="1156811"/>
          </a:xfrm>
          <a:prstGeom prst="rect">
            <a:avLst/>
          </a:prstGeom>
        </p:spPr>
      </p:pic>
      <p:sp>
        <p:nvSpPr>
          <p:cNvPr id="12" name="Text 5">
            <a:extLst>
              <a:ext uri="{FF2B5EF4-FFF2-40B4-BE49-F238E27FC236}">
                <a16:creationId xmlns:a16="http://schemas.microsoft.com/office/drawing/2014/main" id="{A8CE6FFC-4F66-A903-D069-ABC098185B78}"/>
              </a:ext>
            </a:extLst>
          </p:cNvPr>
          <p:cNvSpPr/>
          <p:nvPr/>
        </p:nvSpPr>
        <p:spPr>
          <a:xfrm>
            <a:off x="3061692" y="4335184"/>
            <a:ext cx="2409944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Lato Bold" pitchFamily="34" charset="-122"/>
                <a:cs typeface="Times New Roman" panose="02020603050405020304" pitchFamily="18" charset="0"/>
              </a:rPr>
              <a:t>Team Collaboration</a:t>
            </a:r>
            <a:endParaRPr lang="en-US" sz="2400" dirty="0">
              <a:solidFill>
                <a:schemeClr val="tx1">
                  <a:lumMod val="85000"/>
                  <a:lumOff val="1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6">
            <a:extLst>
              <a:ext uri="{FF2B5EF4-FFF2-40B4-BE49-F238E27FC236}">
                <a16:creationId xmlns:a16="http://schemas.microsoft.com/office/drawing/2014/main" id="{ECA50EAB-896A-8EFA-6B48-89156B6A566A}"/>
              </a:ext>
            </a:extLst>
          </p:cNvPr>
          <p:cNvSpPr/>
          <p:nvPr/>
        </p:nvSpPr>
        <p:spPr>
          <a:xfrm>
            <a:off x="3061692" y="4752022"/>
            <a:ext cx="11886128" cy="3083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285750" indent="-285750" algn="l">
              <a:lnSpc>
                <a:spcPts val="24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4A4A45"/>
                </a:solidFill>
                <a:latin typeface="Times New Roman" panose="02020603050405020304" pitchFamily="18" charset="0"/>
                <a:ea typeface="Lato" pitchFamily="34" charset="-122"/>
                <a:cs typeface="Times New Roman" panose="02020603050405020304" pitchFamily="18" charset="0"/>
              </a:rPr>
              <a:t>Weekly catch-ups kept the team motivated.</a:t>
            </a:r>
          </a:p>
          <a:p>
            <a:pPr marL="285750" indent="-285750" algn="l">
              <a:lnSpc>
                <a:spcPts val="24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4A4A45"/>
                </a:solidFill>
                <a:latin typeface="Times New Roman" panose="02020603050405020304" pitchFamily="18" charset="0"/>
                <a:ea typeface="Lato" pitchFamily="34" charset="-122"/>
                <a:cs typeface="Times New Roman" panose="02020603050405020304" pitchFamily="18" charset="0"/>
              </a:rPr>
              <a:t> Gained exposure to new team dynamics.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10963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8CB65D-43A4-79A3-0EB8-4CA05F31D8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386486"/>
            <a:ext cx="11549886" cy="714042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A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Image 0" descr="preencoded.png">
            <a:extLst>
              <a:ext uri="{FF2B5EF4-FFF2-40B4-BE49-F238E27FC236}">
                <a16:creationId xmlns:a16="http://schemas.microsoft.com/office/drawing/2014/main" id="{944E8322-25FD-998E-D1A8-66CDF96C52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0" y="0"/>
            <a:ext cx="5486400" cy="7543800"/>
          </a:xfrm>
          <a:prstGeom prst="rect">
            <a:avLst/>
          </a:prstGeom>
        </p:spPr>
      </p:pic>
      <p:sp>
        <p:nvSpPr>
          <p:cNvPr id="5" name="Shape 1">
            <a:extLst>
              <a:ext uri="{FF2B5EF4-FFF2-40B4-BE49-F238E27FC236}">
                <a16:creationId xmlns:a16="http://schemas.microsoft.com/office/drawing/2014/main" id="{A12ACCC8-26B2-0E69-DA73-188D835A0176}"/>
              </a:ext>
            </a:extLst>
          </p:cNvPr>
          <p:cNvSpPr/>
          <p:nvPr/>
        </p:nvSpPr>
        <p:spPr>
          <a:xfrm>
            <a:off x="1168535" y="1295400"/>
            <a:ext cx="226814" cy="1749147"/>
          </a:xfrm>
          <a:prstGeom prst="roundRect">
            <a:avLst>
              <a:gd name="adj" fmla="val 15001"/>
            </a:avLst>
          </a:prstGeom>
          <a:solidFill>
            <a:schemeClr val="accent3">
              <a:lumMod val="40000"/>
              <a:lumOff val="60000"/>
            </a:schemeClr>
          </a:solidFill>
          <a:ln/>
        </p:spPr>
      </p:sp>
      <p:sp>
        <p:nvSpPr>
          <p:cNvPr id="6" name="Text 2">
            <a:extLst>
              <a:ext uri="{FF2B5EF4-FFF2-40B4-BE49-F238E27FC236}">
                <a16:creationId xmlns:a16="http://schemas.microsoft.com/office/drawing/2014/main" id="{E0B0AB9C-3935-285D-2AC5-1362E6C0DAB5}"/>
              </a:ext>
            </a:extLst>
          </p:cNvPr>
          <p:cNvSpPr/>
          <p:nvPr/>
        </p:nvSpPr>
        <p:spPr>
          <a:xfrm>
            <a:off x="1622163" y="152221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Platypi Medium" pitchFamily="34" charset="-122"/>
                <a:cs typeface="Times New Roman" panose="02020603050405020304" pitchFamily="18" charset="0"/>
              </a:rPr>
              <a:t>Problem Addressed</a:t>
            </a:r>
            <a:endParaRPr lang="en-US" sz="2200" b="1" dirty="0">
              <a:solidFill>
                <a:schemeClr val="tx1">
                  <a:lumMod val="85000"/>
                  <a:lumOff val="1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2B312844-96BB-CC32-CF98-047BB58DEE3E}"/>
              </a:ext>
            </a:extLst>
          </p:cNvPr>
          <p:cNvSpPr/>
          <p:nvPr/>
        </p:nvSpPr>
        <p:spPr>
          <a:xfrm>
            <a:off x="1622163" y="2012632"/>
            <a:ext cx="710279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04C49"/>
                </a:solidFill>
                <a:latin typeface="Times New Roman" panose="02020603050405020304" pitchFamily="18" charset="0"/>
                <a:ea typeface="Source Serif Pro" pitchFamily="34" charset="-122"/>
                <a:cs typeface="Times New Roman" panose="02020603050405020304" pitchFamily="18" charset="0"/>
              </a:rPr>
              <a:t>LMM was portfolio-level; lacked per-asset clarity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0D431C91-A322-11CB-6E1D-2BF4DD589033}"/>
              </a:ext>
            </a:extLst>
          </p:cNvPr>
          <p:cNvSpPr/>
          <p:nvPr/>
        </p:nvSpPr>
        <p:spPr>
          <a:xfrm>
            <a:off x="1622163" y="2454830"/>
            <a:ext cx="710279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04C49"/>
                </a:solidFill>
                <a:latin typeface="Times New Roman" panose="02020603050405020304" pitchFamily="18" charset="0"/>
                <a:ea typeface="Source Serif Pro" pitchFamily="34" charset="-122"/>
                <a:cs typeface="Times New Roman" panose="02020603050405020304" pitchFamily="18" charset="0"/>
              </a:rPr>
              <a:t>Our AMP dashboards enable focused asset decisions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hape 5">
            <a:extLst>
              <a:ext uri="{FF2B5EF4-FFF2-40B4-BE49-F238E27FC236}">
                <a16:creationId xmlns:a16="http://schemas.microsoft.com/office/drawing/2014/main" id="{F3C6D262-407F-BDD8-1266-576373F01C15}"/>
              </a:ext>
            </a:extLst>
          </p:cNvPr>
          <p:cNvSpPr/>
          <p:nvPr/>
        </p:nvSpPr>
        <p:spPr>
          <a:xfrm>
            <a:off x="1508696" y="3214568"/>
            <a:ext cx="226814" cy="1749147"/>
          </a:xfrm>
          <a:prstGeom prst="roundRect">
            <a:avLst>
              <a:gd name="adj" fmla="val 15001"/>
            </a:avLst>
          </a:prstGeom>
          <a:solidFill>
            <a:schemeClr val="accent3">
              <a:lumMod val="40000"/>
              <a:lumOff val="60000"/>
            </a:schemeClr>
          </a:solidFill>
          <a:ln/>
        </p:spPr>
      </p:sp>
      <p:sp>
        <p:nvSpPr>
          <p:cNvPr id="10" name="Text 6">
            <a:extLst>
              <a:ext uri="{FF2B5EF4-FFF2-40B4-BE49-F238E27FC236}">
                <a16:creationId xmlns:a16="http://schemas.microsoft.com/office/drawing/2014/main" id="{92EF0F48-16C0-3B3E-6C72-58FAF0E167AE}"/>
              </a:ext>
            </a:extLst>
          </p:cNvPr>
          <p:cNvSpPr/>
          <p:nvPr/>
        </p:nvSpPr>
        <p:spPr>
          <a:xfrm>
            <a:off x="1962324" y="344138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Platypi Medium" pitchFamily="34" charset="-122"/>
                <a:cs typeface="Times New Roman" panose="02020603050405020304" pitchFamily="18" charset="0"/>
              </a:rPr>
              <a:t>Objectives Met</a:t>
            </a:r>
            <a:endParaRPr lang="en-US" sz="2200" b="1" dirty="0">
              <a:solidFill>
                <a:schemeClr val="tx1">
                  <a:lumMod val="85000"/>
                  <a:lumOff val="1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7">
            <a:extLst>
              <a:ext uri="{FF2B5EF4-FFF2-40B4-BE49-F238E27FC236}">
                <a16:creationId xmlns:a16="http://schemas.microsoft.com/office/drawing/2014/main" id="{C5D88B03-66EB-4488-D46D-60FAE9BF2927}"/>
              </a:ext>
            </a:extLst>
          </p:cNvPr>
          <p:cNvSpPr/>
          <p:nvPr/>
        </p:nvSpPr>
        <p:spPr>
          <a:xfrm>
            <a:off x="1962324" y="3931801"/>
            <a:ext cx="676263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04C49"/>
                </a:solidFill>
                <a:latin typeface="Times New Roman" panose="02020603050405020304" pitchFamily="18" charset="0"/>
                <a:ea typeface="Source Serif Pro" pitchFamily="34" charset="-122"/>
                <a:cs typeface="Times New Roman" panose="02020603050405020304" pitchFamily="18" charset="0"/>
              </a:rPr>
              <a:t>Built 3 dynamic, one-page dashboards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8">
            <a:extLst>
              <a:ext uri="{FF2B5EF4-FFF2-40B4-BE49-F238E27FC236}">
                <a16:creationId xmlns:a16="http://schemas.microsoft.com/office/drawing/2014/main" id="{26F40A76-F9E2-C87B-B5EE-B2706B5032EB}"/>
              </a:ext>
            </a:extLst>
          </p:cNvPr>
          <p:cNvSpPr/>
          <p:nvPr/>
        </p:nvSpPr>
        <p:spPr>
          <a:xfrm>
            <a:off x="1962324" y="4373999"/>
            <a:ext cx="676263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04C49"/>
                </a:solidFill>
                <a:latin typeface="Times New Roman" panose="02020603050405020304" pitchFamily="18" charset="0"/>
                <a:ea typeface="Source Serif Pro" pitchFamily="34" charset="-122"/>
                <a:cs typeface="Times New Roman" panose="02020603050405020304" pitchFamily="18" charset="0"/>
              </a:rPr>
              <a:t>Fully filterable, scalable, and tailored to Secora's needs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hape 9">
            <a:extLst>
              <a:ext uri="{FF2B5EF4-FFF2-40B4-BE49-F238E27FC236}">
                <a16:creationId xmlns:a16="http://schemas.microsoft.com/office/drawing/2014/main" id="{147A9EC6-9482-1CEE-8520-F10312B30C55}"/>
              </a:ext>
            </a:extLst>
          </p:cNvPr>
          <p:cNvSpPr/>
          <p:nvPr/>
        </p:nvSpPr>
        <p:spPr>
          <a:xfrm>
            <a:off x="1848977" y="5133737"/>
            <a:ext cx="226814" cy="1749147"/>
          </a:xfrm>
          <a:prstGeom prst="roundRect">
            <a:avLst>
              <a:gd name="adj" fmla="val 15001"/>
            </a:avLst>
          </a:prstGeom>
          <a:solidFill>
            <a:schemeClr val="accent3">
              <a:lumMod val="40000"/>
              <a:lumOff val="60000"/>
            </a:schemeClr>
          </a:solidFill>
          <a:ln/>
        </p:spPr>
      </p:sp>
      <p:sp>
        <p:nvSpPr>
          <p:cNvPr id="14" name="Text 10">
            <a:extLst>
              <a:ext uri="{FF2B5EF4-FFF2-40B4-BE49-F238E27FC236}">
                <a16:creationId xmlns:a16="http://schemas.microsoft.com/office/drawing/2014/main" id="{7B782B95-F18F-A2F0-80A0-008BF4FEEDEB}"/>
              </a:ext>
            </a:extLst>
          </p:cNvPr>
          <p:cNvSpPr/>
          <p:nvPr/>
        </p:nvSpPr>
        <p:spPr>
          <a:xfrm>
            <a:off x="2302605" y="536055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Platypi Medium" pitchFamily="34" charset="-122"/>
                <a:cs typeface="Times New Roman" panose="02020603050405020304" pitchFamily="18" charset="0"/>
              </a:rPr>
              <a:t>Value Delivered</a:t>
            </a:r>
            <a:endParaRPr lang="en-US" sz="2200" b="1" dirty="0">
              <a:solidFill>
                <a:schemeClr val="tx1">
                  <a:lumMod val="85000"/>
                  <a:lumOff val="1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1">
            <a:extLst>
              <a:ext uri="{FF2B5EF4-FFF2-40B4-BE49-F238E27FC236}">
                <a16:creationId xmlns:a16="http://schemas.microsoft.com/office/drawing/2014/main" id="{BEF5E0E8-7EA4-C6D1-574E-64A664158FE2}"/>
              </a:ext>
            </a:extLst>
          </p:cNvPr>
          <p:cNvSpPr/>
          <p:nvPr/>
        </p:nvSpPr>
        <p:spPr>
          <a:xfrm>
            <a:off x="2302605" y="5850969"/>
            <a:ext cx="642235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04C49"/>
                </a:solidFill>
                <a:latin typeface="Times New Roman" panose="02020603050405020304" pitchFamily="18" charset="0"/>
                <a:ea typeface="Source Serif Pro" pitchFamily="34" charset="-122"/>
                <a:cs typeface="Times New Roman" panose="02020603050405020304" pitchFamily="18" charset="0"/>
              </a:rPr>
              <a:t>Reduced reporting effort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2">
            <a:extLst>
              <a:ext uri="{FF2B5EF4-FFF2-40B4-BE49-F238E27FC236}">
                <a16:creationId xmlns:a16="http://schemas.microsoft.com/office/drawing/2014/main" id="{3E2CC6E0-C1E1-EF2E-E0D4-2CBB3DFC93F0}"/>
              </a:ext>
            </a:extLst>
          </p:cNvPr>
          <p:cNvSpPr/>
          <p:nvPr/>
        </p:nvSpPr>
        <p:spPr>
          <a:xfrm>
            <a:off x="2302605" y="6293167"/>
            <a:ext cx="642235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04C49"/>
                </a:solidFill>
                <a:latin typeface="Times New Roman" panose="02020603050405020304" pitchFamily="18" charset="0"/>
                <a:ea typeface="Source Serif Pro" pitchFamily="34" charset="-122"/>
                <a:cs typeface="Times New Roman" panose="02020603050405020304" pitchFamily="18" charset="0"/>
              </a:rPr>
              <a:t>Improved asset visibility for faster decision-making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322943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xfrm>
            <a:off x="4179317" y="3733800"/>
            <a:ext cx="9976029" cy="1004378"/>
          </a:xfrm>
          <a:prstGeom prst="rect">
            <a:avLst/>
          </a:prstGeom>
        </p:spPr>
        <p:txBody>
          <a:bodyPr vert="horz" wrap="square" lIns="0" tIns="19304" rIns="0" bIns="0" rtlCol="0">
            <a:spAutoFit/>
          </a:bodyPr>
          <a:lstStyle/>
          <a:p>
            <a:pPr marL="979424">
              <a:spcBef>
                <a:spcPts val="152"/>
              </a:spcBef>
            </a:pPr>
            <a:r>
              <a:rPr lang="en-AU" sz="6400" dirty="0">
                <a:solidFill>
                  <a:schemeClr val="bg1"/>
                </a:solidFill>
              </a:rPr>
              <a:t>Thank You</a:t>
            </a:r>
          </a:p>
        </p:txBody>
      </p:sp>
      <p:sp>
        <p:nvSpPr>
          <p:cNvPr id="5" name="object 2">
            <a:extLst>
              <a:ext uri="{FF2B5EF4-FFF2-40B4-BE49-F238E27FC236}">
                <a16:creationId xmlns:a16="http://schemas.microsoft.com/office/drawing/2014/main" id="{16FE897B-F729-D22C-826B-39114B418E60}"/>
              </a:ext>
            </a:extLst>
          </p:cNvPr>
          <p:cNvSpPr txBox="1">
            <a:spLocks/>
          </p:cNvSpPr>
          <p:nvPr/>
        </p:nvSpPr>
        <p:spPr>
          <a:xfrm>
            <a:off x="4179317" y="5577842"/>
            <a:ext cx="6271766" cy="1004378"/>
          </a:xfrm>
          <a:prstGeom prst="rect">
            <a:avLst/>
          </a:prstGeom>
        </p:spPr>
        <p:txBody>
          <a:bodyPr vert="horz" wrap="square" lIns="0" tIns="19304" rIns="0" bIns="0" rtlCol="0">
            <a:spAutoFit/>
          </a:bodyPr>
          <a:lstStyle>
            <a:lvl1pPr>
              <a:defRPr sz="2900" b="1" i="0">
                <a:solidFill>
                  <a:srgbClr val="1F487C"/>
                </a:solidFill>
                <a:latin typeface="Arial"/>
                <a:ea typeface="+mj-ea"/>
                <a:cs typeface="Arial"/>
              </a:defRPr>
            </a:lvl1pPr>
          </a:lstStyle>
          <a:p>
            <a:pPr marL="979424">
              <a:spcBef>
                <a:spcPts val="152"/>
              </a:spcBef>
            </a:pPr>
            <a:r>
              <a:rPr lang="en-AU" sz="6400" spc="-16" dirty="0">
                <a:solidFill>
                  <a:srgbClr val="FFFFFF"/>
                </a:solidFill>
              </a:rPr>
              <a:t>Questions?</a:t>
            </a:r>
            <a:endParaRPr lang="en-AU" sz="64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9530</TotalTime>
  <Words>1239</Words>
  <Application>Microsoft Office PowerPoint</Application>
  <PresentationFormat>Custom</PresentationFormat>
  <Paragraphs>271</Paragraphs>
  <Slides>17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Arial</vt:lpstr>
      <vt:lpstr>Arial MT</vt:lpstr>
      <vt:lpstr>Calibri</vt:lpstr>
      <vt:lpstr>Lato Bold</vt:lpstr>
      <vt:lpstr>Times New Roman</vt:lpstr>
      <vt:lpstr>Office Theme</vt:lpstr>
      <vt:lpstr>Optimising Asset Management Using One Page Asset Management Plan (AMP)</vt:lpstr>
      <vt:lpstr>    Presentation Outline</vt:lpstr>
      <vt:lpstr>Project Background &amp; Problem Statement</vt:lpstr>
      <vt:lpstr>Project Background &amp; Problem Statement</vt:lpstr>
      <vt:lpstr>Methodology &amp; Approach</vt:lpstr>
      <vt:lpstr>Methodology &amp; Approach</vt:lpstr>
      <vt:lpstr>Justification of Techniques</vt:lpstr>
      <vt:lpstr>Architecture Consistency &amp; Design</vt:lpstr>
      <vt:lpstr>Visual Walkthrough (Sample Dashboard)</vt:lpstr>
      <vt:lpstr>Key Sections of AMP Dashboard</vt:lpstr>
      <vt:lpstr>Validation &amp; Demo Feedback</vt:lpstr>
      <vt:lpstr>Value Delivered to Secora</vt:lpstr>
      <vt:lpstr>Challenges &amp; Resolutions</vt:lpstr>
      <vt:lpstr>Reflection &amp; Learning - Ajith</vt:lpstr>
      <vt:lpstr>Reflection &amp; Learning - Aalam</vt:lpstr>
      <vt:lpstr>Conclusion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Ajith</dc:creator>
  <cp:lastModifiedBy>Ajith Kumar</cp:lastModifiedBy>
  <cp:revision>37</cp:revision>
  <dcterms:created xsi:type="dcterms:W3CDTF">2025-03-22T02:08:28Z</dcterms:created>
  <dcterms:modified xsi:type="dcterms:W3CDTF">2025-06-17T04:55:54Z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2025-03-21T00:00:00Z</vt:filetime>
  </property>
  <property fmtid="{D5CDD505-2E9C-101B-9397-08002B2CF9AE}" pid="3" name="Creator">
    <vt:lpwstr>Microsoft® PowerPoint® for Microsoft 365</vt:lpwstr>
  </property>
  <property fmtid="{D5CDD505-2E9C-101B-9397-08002B2CF9AE}" pid="4" name="LastSaved">
    <vt:filetime>2025-03-22T00:00:00Z</vt:filetime>
  </property>
  <property fmtid="{D5CDD505-2E9C-101B-9397-08002B2CF9AE}" pid="5" name="Producer">
    <vt:lpwstr>Microsoft® PowerPoint® for Microsoft 365</vt:lpwstr>
  </property>
</Properties>
</file>